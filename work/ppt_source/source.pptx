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72" r:id="rId3"/>
    <p:sldId id="259" r:id="rId4"/>
    <p:sldId id="261" r:id="rId5"/>
    <p:sldId id="260" r:id="rId6"/>
    <p:sldId id="269" r:id="rId7"/>
    <p:sldId id="267" r:id="rId8"/>
    <p:sldId id="275" r:id="rId9"/>
    <p:sldId id="268" r:id="rId10"/>
    <p:sldId id="273" r:id="rId11"/>
    <p:sldId id="264" r:id="rId12"/>
    <p:sldId id="265" r:id="rId13"/>
    <p:sldId id="270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D5AED-535F-43B0-AB4C-CBBFFA2286C5}" v="307" dt="2026-10-10T08:25:24.1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46d06b87-b588-43e7-9f9b-f4c0af13bfd2::" providerId="AD" clId="Web-{8FB466A4-E90A-3630-4E76-5E06222983A1}"/>
    <pc:docChg chg="addSld delSld modSld">
      <pc:chgData name="Guest User" userId="S::urn:spo:tenantanon#46d06b87-b588-43e7-9f9b-f4c0af13bfd2::" providerId="AD" clId="Web-{8FB466A4-E90A-3630-4E76-5E06222983A1}" dt="2026-09-17T14:33:52.856" v="82" actId="20577"/>
      <pc:docMkLst>
        <pc:docMk/>
      </pc:docMkLst>
      <pc:sldChg chg="delSp modSp new">
        <pc:chgData name="Guest User" userId="S::urn:spo:tenantanon#46d06b87-b588-43e7-9f9b-f4c0af13bfd2::" providerId="AD" clId="Web-{8FB466A4-E90A-3630-4E76-5E06222983A1}" dt="2026-09-17T14:33:43.137" v="80" actId="20577"/>
        <pc:sldMkLst>
          <pc:docMk/>
          <pc:sldMk cId="761113341" sldId="258"/>
        </pc:sldMkLst>
        <pc:spChg chg="mod">
          <ac:chgData name="Guest User" userId="S::urn:spo:tenantanon#46d06b87-b588-43e7-9f9b-f4c0af13bfd2::" providerId="AD" clId="Web-{8FB466A4-E90A-3630-4E76-5E06222983A1}" dt="2026-09-17T14:33:43.137" v="80" actId="20577"/>
          <ac:spMkLst>
            <pc:docMk/>
            <pc:sldMk cId="761113341" sldId="258"/>
            <ac:spMk id="3" creationId="{788906B6-8B82-96DB-A8EA-8572D1C338FD}"/>
          </ac:spMkLst>
        </pc:spChg>
      </pc:sldChg>
      <pc:sldChg chg="addSp delSp modSp new addAnim delAnim">
        <pc:chgData name="Guest User" userId="S::urn:spo:tenantanon#46d06b87-b588-43e7-9f9b-f4c0af13bfd2::" providerId="AD" clId="Web-{8FB466A4-E90A-3630-4E76-5E06222983A1}" dt="2026-09-17T14:33:52.856" v="82" actId="20577"/>
        <pc:sldMkLst>
          <pc:docMk/>
          <pc:sldMk cId="2896583048" sldId="259"/>
        </pc:sldMkLst>
        <pc:spChg chg="mod">
          <ac:chgData name="Guest User" userId="S::urn:spo:tenantanon#46d06b87-b588-43e7-9f9b-f4c0af13bfd2::" providerId="AD" clId="Web-{8FB466A4-E90A-3630-4E76-5E06222983A1}" dt="2026-09-17T14:33:52.856" v="82" actId="20577"/>
          <ac:spMkLst>
            <pc:docMk/>
            <pc:sldMk cId="2896583048" sldId="259"/>
            <ac:spMk id="2" creationId="{0134B9E6-2CAC-B826-829D-E2B83AAC7107}"/>
          </ac:spMkLst>
        </pc:spChg>
      </pc:sldChg>
      <pc:sldChg chg="modSp new">
        <pc:chgData name="Guest User" userId="S::urn:spo:tenantanon#46d06b87-b588-43e7-9f9b-f4c0af13bfd2::" providerId="AD" clId="Web-{8FB466A4-E90A-3630-4E76-5E06222983A1}" dt="2026-09-17T14:32:27.993" v="71" actId="20577"/>
        <pc:sldMkLst>
          <pc:docMk/>
          <pc:sldMk cId="1965953177" sldId="260"/>
        </pc:sldMkLst>
        <pc:spChg chg="mod">
          <ac:chgData name="Guest User" userId="S::urn:spo:tenantanon#46d06b87-b588-43e7-9f9b-f4c0af13bfd2::" providerId="AD" clId="Web-{8FB466A4-E90A-3630-4E76-5E06222983A1}" dt="2026-09-17T14:32:27.993" v="71" actId="20577"/>
          <ac:spMkLst>
            <pc:docMk/>
            <pc:sldMk cId="1965953177" sldId="260"/>
            <ac:spMk id="2" creationId="{424EEA10-1C7B-CCDC-B28B-0E406DD2048E}"/>
          </ac:spMkLst>
        </pc:spChg>
        <pc:spChg chg="mod">
          <ac:chgData name="Guest User" userId="S::urn:spo:tenantanon#46d06b87-b588-43e7-9f9b-f4c0af13bfd2::" providerId="AD" clId="Web-{8FB466A4-E90A-3630-4E76-5E06222983A1}" dt="2026-09-17T14:32:25.477" v="69" actId="20577"/>
          <ac:spMkLst>
            <pc:docMk/>
            <pc:sldMk cId="1965953177" sldId="260"/>
            <ac:spMk id="3" creationId="{6F28C9C6-B0BC-FA99-A2CD-46799A155D80}"/>
          </ac:spMkLst>
        </pc:spChg>
      </pc:sldChg>
    </pc:docChg>
  </pc:docChgLst>
  <pc:docChgLst>
    <pc:chgData name="게스트 사용자" userId="S::urn:spo:tenantanon#46d06b87-b588-43e7-9f9b-f4c0af13bfd2::" providerId="AD" clId="Web-{9CD6D455-9296-825B-E43C-7589F8A08ED8}"/>
    <pc:docChg chg="modSld">
      <pc:chgData name="게스트 사용자" userId="S::urn:spo:tenantanon#46d06b87-b588-43e7-9f9b-f4c0af13bfd2::" providerId="AD" clId="Web-{9CD6D455-9296-825B-E43C-7589F8A08ED8}" dt="2026-09-20T08:31:53.642" v="13" actId="20577"/>
      <pc:docMkLst>
        <pc:docMk/>
      </pc:docMkLst>
      <pc:sldChg chg="modSp">
        <pc:chgData name="게스트 사용자" userId="S::urn:spo:tenantanon#46d06b87-b588-43e7-9f9b-f4c0af13bfd2::" providerId="AD" clId="Web-{9CD6D455-9296-825B-E43C-7589F8A08ED8}" dt="2026-09-20T08:31:53.642" v="13" actId="20577"/>
        <pc:sldMkLst>
          <pc:docMk/>
          <pc:sldMk cId="761113341" sldId="258"/>
        </pc:sldMkLst>
        <pc:spChg chg="mod">
          <ac:chgData name="게스트 사용자" userId="S::urn:spo:tenantanon#46d06b87-b588-43e7-9f9b-f4c0af13bfd2::" providerId="AD" clId="Web-{9CD6D455-9296-825B-E43C-7589F8A08ED8}" dt="2026-09-20T08:31:53.642" v="13" actId="20577"/>
          <ac:spMkLst>
            <pc:docMk/>
            <pc:sldMk cId="761113341" sldId="258"/>
            <ac:spMk id="2" creationId="{17945975-F7F9-011E-7BB1-C1AED3370FC6}"/>
          </ac:spMkLst>
        </pc:spChg>
      </pc:sldChg>
    </pc:docChg>
  </pc:docChgLst>
  <pc:docChgLst>
    <pc:chgData name="게스트 사용자" userId="S::urn:spo:tenantanon#46d06b87-b588-43e7-9f9b-f4c0af13bfd2::" providerId="AD" clId="Web-{C3BFE992-C347-1B80-1EA2-76B606046F3E}"/>
    <pc:docChg chg="addSld delSld modSld sldOrd">
      <pc:chgData name="게스트 사용자" userId="S::urn:spo:tenantanon#46d06b87-b588-43e7-9f9b-f4c0af13bfd2::" providerId="AD" clId="Web-{C3BFE992-C347-1B80-1EA2-76B606046F3E}" dt="2026-09-20T21:26:00.282" v="585" actId="14100"/>
      <pc:docMkLst>
        <pc:docMk/>
      </pc:docMkLst>
      <pc:sldChg chg="addSp delSp modSp">
        <pc:chgData name="게스트 사용자" userId="S::urn:spo:tenantanon#46d06b87-b588-43e7-9f9b-f4c0af13bfd2::" providerId="AD" clId="Web-{C3BFE992-C347-1B80-1EA2-76B606046F3E}" dt="2026-09-20T19:06:31.401" v="73"/>
        <pc:sldMkLst>
          <pc:docMk/>
          <pc:sldMk cId="2896583048" sldId="259"/>
        </pc:sldMkLst>
      </pc:sldChg>
      <pc:sldChg chg="addSp delSp modSp">
        <pc:chgData name="게스트 사용자" userId="S::urn:spo:tenantanon#46d06b87-b588-43e7-9f9b-f4c0af13bfd2::" providerId="AD" clId="Web-{C3BFE992-C347-1B80-1EA2-76B606046F3E}" dt="2026-09-20T21:26:00.282" v="585" actId="14100"/>
        <pc:sldMkLst>
          <pc:docMk/>
          <pc:sldMk cId="1965953177" sldId="260"/>
        </pc:sldMkLst>
        <pc:spChg chg="mod">
          <ac:chgData name="게스트 사용자" userId="S::urn:spo:tenantanon#46d06b87-b588-43e7-9f9b-f4c0af13bfd2::" providerId="AD" clId="Web-{C3BFE992-C347-1B80-1EA2-76B606046F3E}" dt="2026-09-20T21:21:44.821" v="556" actId="14100"/>
          <ac:spMkLst>
            <pc:docMk/>
            <pc:sldMk cId="1965953177" sldId="260"/>
            <ac:spMk id="3" creationId="{6F28C9C6-B0BC-FA99-A2CD-46799A155D80}"/>
          </ac:spMkLst>
        </pc:spChg>
        <pc:picChg chg="add mod">
          <ac:chgData name="게스트 사용자" userId="S::urn:spo:tenantanon#46d06b87-b588-43e7-9f9b-f4c0af13bfd2::" providerId="AD" clId="Web-{C3BFE992-C347-1B80-1EA2-76B606046F3E}" dt="2026-09-20T21:26:00.282" v="585" actId="14100"/>
          <ac:picMkLst>
            <pc:docMk/>
            <pc:sldMk cId="1965953177" sldId="260"/>
            <ac:picMk id="14" creationId="{A9D6796E-38CB-9643-F084-2C3BC5D5EA82}"/>
          </ac:picMkLst>
        </pc:picChg>
      </pc:sldChg>
      <pc:sldChg chg="addSp delSp modSp">
        <pc:chgData name="게스트 사용자" userId="S::urn:spo:tenantanon#46d06b87-b588-43e7-9f9b-f4c0af13bfd2::" providerId="AD" clId="Web-{C3BFE992-C347-1B80-1EA2-76B606046F3E}" dt="2026-09-20T20:47:10.413" v="526" actId="20577"/>
        <pc:sldMkLst>
          <pc:docMk/>
          <pc:sldMk cId="3527987860" sldId="261"/>
        </pc:sldMkLst>
        <pc:spChg chg="mod">
          <ac:chgData name="게스트 사용자" userId="S::urn:spo:tenantanon#46d06b87-b588-43e7-9f9b-f4c0af13bfd2::" providerId="AD" clId="Web-{C3BFE992-C347-1B80-1EA2-76B606046F3E}" dt="2026-09-20T19:27:50.141" v="245" actId="20577"/>
          <ac:spMkLst>
            <pc:docMk/>
            <pc:sldMk cId="3527987860" sldId="261"/>
            <ac:spMk id="2" creationId="{67027942-F2CF-DA33-E49C-A28CA18954E7}"/>
          </ac:spMkLst>
        </pc:spChg>
        <pc:spChg chg="mod">
          <ac:chgData name="게스트 사용자" userId="S::urn:spo:tenantanon#46d06b87-b588-43e7-9f9b-f4c0af13bfd2::" providerId="AD" clId="Web-{C3BFE992-C347-1B80-1EA2-76B606046F3E}" dt="2026-09-20T20:47:10.413" v="526" actId="20577"/>
          <ac:spMkLst>
            <pc:docMk/>
            <pc:sldMk cId="3527987860" sldId="261"/>
            <ac:spMk id="3" creationId="{1FF4275E-8998-4065-12E0-367359A5912D}"/>
          </ac:spMkLst>
        </pc:spChg>
        <pc:spChg chg="add mod">
          <ac:chgData name="게스트 사용자" userId="S::urn:spo:tenantanon#46d06b87-b588-43e7-9f9b-f4c0af13bfd2::" providerId="AD" clId="Web-{C3BFE992-C347-1B80-1EA2-76B606046F3E}" dt="2026-09-20T20:33:06.394" v="470" actId="1076"/>
          <ac:spMkLst>
            <pc:docMk/>
            <pc:sldMk cId="3527987860" sldId="261"/>
            <ac:spMk id="6" creationId="{00E0A466-CA5F-516A-7E94-4CBE1419C129}"/>
          </ac:spMkLst>
        </pc:spChg>
      </pc:sldChg>
      <pc:sldChg chg="modSp new">
        <pc:chgData name="게스트 사용자" userId="S::urn:spo:tenantanon#46d06b87-b588-43e7-9f9b-f4c0af13bfd2::" providerId="AD" clId="Web-{C3BFE992-C347-1B80-1EA2-76B606046F3E}" dt="2026-09-20T20:02:54.579" v="348" actId="20577"/>
        <pc:sldMkLst>
          <pc:docMk/>
          <pc:sldMk cId="3053999693" sldId="267"/>
        </pc:sldMkLst>
        <pc:spChg chg="mod">
          <ac:chgData name="게스트 사용자" userId="S::urn:spo:tenantanon#46d06b87-b588-43e7-9f9b-f4c0af13bfd2::" providerId="AD" clId="Web-{C3BFE992-C347-1B80-1EA2-76B606046F3E}" dt="2026-09-20T19:31:30.133" v="251" actId="20577"/>
          <ac:spMkLst>
            <pc:docMk/>
            <pc:sldMk cId="3053999693" sldId="267"/>
            <ac:spMk id="2" creationId="{83FD3952-85BF-B8C8-D49C-90CEA88A0EC8}"/>
          </ac:spMkLst>
        </pc:spChg>
        <pc:spChg chg="mod">
          <ac:chgData name="게스트 사용자" userId="S::urn:spo:tenantanon#46d06b87-b588-43e7-9f9b-f4c0af13bfd2::" providerId="AD" clId="Web-{C3BFE992-C347-1B80-1EA2-76B606046F3E}" dt="2026-09-20T20:02:54.579" v="348" actId="20577"/>
          <ac:spMkLst>
            <pc:docMk/>
            <pc:sldMk cId="3053999693" sldId="267"/>
            <ac:spMk id="3" creationId="{C68F1B98-FED6-0B66-E4A1-6E36BD2C71A9}"/>
          </ac:spMkLst>
        </pc:spChg>
      </pc:sldChg>
      <pc:sldChg chg="modSp new">
        <pc:chgData name="게스트 사용자" userId="S::urn:spo:tenantanon#46d06b87-b588-43e7-9f9b-f4c0af13bfd2::" providerId="AD" clId="Web-{C3BFE992-C347-1B80-1EA2-76B606046F3E}" dt="2026-09-20T20:03:05.189" v="351" actId="20577"/>
        <pc:sldMkLst>
          <pc:docMk/>
          <pc:sldMk cId="2730522985" sldId="268"/>
        </pc:sldMkLst>
        <pc:spChg chg="mod">
          <ac:chgData name="게스트 사용자" userId="S::urn:spo:tenantanon#46d06b87-b588-43e7-9f9b-f4c0af13bfd2::" providerId="AD" clId="Web-{C3BFE992-C347-1B80-1EA2-76B606046F3E}" dt="2026-09-20T20:03:05.189" v="351" actId="20577"/>
          <ac:spMkLst>
            <pc:docMk/>
            <pc:sldMk cId="2730522985" sldId="268"/>
            <ac:spMk id="2" creationId="{F98B568B-66D3-ED50-13AD-1761BBD1CE25}"/>
          </ac:spMkLst>
        </pc:spChg>
      </pc:sldChg>
    </pc:docChg>
  </pc:docChgLst>
  <pc:docChgLst>
    <pc:chgData name="김채민" userId="1bbce792-2277-4e34-9c06-7afcb7d0bd09" providerId="ADAL" clId="{192570CA-D184-5D5F-8BED-29C0A3BB3E51}"/>
    <pc:docChg chg="custSel modSld">
      <pc:chgData name="김채민" userId="1bbce792-2277-4e34-9c06-7afcb7d0bd09" providerId="ADAL" clId="{192570CA-D184-5D5F-8BED-29C0A3BB3E51}" dt="2026-09-17T14:31:19.094" v="95" actId="1076"/>
      <pc:docMkLst>
        <pc:docMk/>
      </pc:docMkLst>
      <pc:sldChg chg="addSp modSp mod">
        <pc:chgData name="김채민" userId="1bbce792-2277-4e34-9c06-7afcb7d0bd09" providerId="ADAL" clId="{192570CA-D184-5D5F-8BED-29C0A3BB3E51}" dt="2026-09-17T14:31:19.094" v="95" actId="1076"/>
        <pc:sldMkLst>
          <pc:docMk/>
          <pc:sldMk cId="761113341" sldId="258"/>
        </pc:sldMkLst>
        <pc:spChg chg="mod">
          <ac:chgData name="김채민" userId="1bbce792-2277-4e34-9c06-7afcb7d0bd09" providerId="ADAL" clId="{192570CA-D184-5D5F-8BED-29C0A3BB3E51}" dt="2026-09-17T14:31:16.577" v="93" actId="27636"/>
          <ac:spMkLst>
            <pc:docMk/>
            <pc:sldMk cId="761113341" sldId="258"/>
            <ac:spMk id="3" creationId="{788906B6-8B82-96DB-A8EA-8572D1C338FD}"/>
          </ac:spMkLst>
        </pc:spChg>
      </pc:sldChg>
      <pc:sldChg chg="addSp modSp mod">
        <pc:chgData name="김채민" userId="1bbce792-2277-4e34-9c06-7afcb7d0bd09" providerId="ADAL" clId="{192570CA-D184-5D5F-8BED-29C0A3BB3E51}" dt="2026-09-17T14:31:11.820" v="87" actId="22"/>
        <pc:sldMkLst>
          <pc:docMk/>
          <pc:sldMk cId="2896583048" sldId="259"/>
        </pc:sldMkLst>
      </pc:sldChg>
      <pc:sldChg chg="modSp mod">
        <pc:chgData name="김채민" userId="1bbce792-2277-4e34-9c06-7afcb7d0bd09" providerId="ADAL" clId="{192570CA-D184-5D5F-8BED-29C0A3BB3E51}" dt="2026-09-17T14:31:05.703" v="86" actId="255"/>
        <pc:sldMkLst>
          <pc:docMk/>
          <pc:sldMk cId="1965953177" sldId="260"/>
        </pc:sldMkLst>
        <pc:spChg chg="mod">
          <ac:chgData name="김채민" userId="1bbce792-2277-4e34-9c06-7afcb7d0bd09" providerId="ADAL" clId="{192570CA-D184-5D5F-8BED-29C0A3BB3E51}" dt="2026-09-17T14:30:43.220" v="66" actId="20577"/>
          <ac:spMkLst>
            <pc:docMk/>
            <pc:sldMk cId="1965953177" sldId="260"/>
            <ac:spMk id="2" creationId="{424EEA10-1C7B-CCDC-B28B-0E406DD2048E}"/>
          </ac:spMkLst>
        </pc:spChg>
        <pc:spChg chg="mod">
          <ac:chgData name="김채민" userId="1bbce792-2277-4e34-9c06-7afcb7d0bd09" providerId="ADAL" clId="{192570CA-D184-5D5F-8BED-29C0A3BB3E51}" dt="2026-09-17T14:31:05.703" v="86" actId="255"/>
          <ac:spMkLst>
            <pc:docMk/>
            <pc:sldMk cId="1965953177" sldId="260"/>
            <ac:spMk id="3" creationId="{6F28C9C6-B0BC-FA99-A2CD-46799A155D80}"/>
          </ac:spMkLst>
        </pc:spChg>
      </pc:sldChg>
    </pc:docChg>
  </pc:docChgLst>
  <pc:docChgLst>
    <pc:chgData name="나준우" userId="b09ec5b9-e2e4-4cd5-8219-62a57d5a6679" providerId="ADAL" clId="{7D40305E-A51F-498E-A6D9-053FEF86FABE}"/>
    <pc:docChg chg="undo redo custSel addSld delSld modSld sldOrd">
      <pc:chgData name="나준우" userId="b09ec5b9-e2e4-4cd5-8219-62a57d5a6679" providerId="ADAL" clId="{7D40305E-A51F-498E-A6D9-053FEF86FABE}" dt="2026-10-10T08:27:09.588" v="3331" actId="20577"/>
      <pc:docMkLst>
        <pc:docMk/>
      </pc:docMkLst>
      <pc:sldChg chg="addSp delSp modSp mod modAnim">
        <pc:chgData name="나준우" userId="b09ec5b9-e2e4-4cd5-8219-62a57d5a6679" providerId="ADAL" clId="{7D40305E-A51F-498E-A6D9-053FEF86FABE}" dt="2026-10-10T07:15:47.114" v="2190" actId="14100"/>
        <pc:sldMkLst>
          <pc:docMk/>
          <pc:sldMk cId="2896583048" sldId="259"/>
        </pc:sldMkLst>
        <pc:spChg chg="mod">
          <ac:chgData name="나준우" userId="b09ec5b9-e2e4-4cd5-8219-62a57d5a6679" providerId="ADAL" clId="{7D40305E-A51F-498E-A6D9-053FEF86FABE}" dt="2026-10-10T04:32:24.596" v="456" actId="1076"/>
          <ac:spMkLst>
            <pc:docMk/>
            <pc:sldMk cId="2896583048" sldId="259"/>
            <ac:spMk id="2" creationId="{0134B9E6-2CAC-B826-829D-E2B83AAC7107}"/>
          </ac:spMkLst>
        </pc:spChg>
        <pc:spChg chg="del mod">
          <ac:chgData name="나준우" userId="b09ec5b9-e2e4-4cd5-8219-62a57d5a6679" providerId="ADAL" clId="{7D40305E-A51F-498E-A6D9-053FEF86FABE}" dt="2026-10-10T03:35:10.754" v="15" actId="478"/>
          <ac:spMkLst>
            <pc:docMk/>
            <pc:sldMk cId="2896583048" sldId="259"/>
            <ac:spMk id="5" creationId="{EAD3F753-177D-BA34-397E-EA67E7E07A07}"/>
          </ac:spMkLst>
        </pc:spChg>
        <pc:spChg chg="add mod">
          <ac:chgData name="나준우" userId="b09ec5b9-e2e4-4cd5-8219-62a57d5a6679" providerId="ADAL" clId="{7D40305E-A51F-498E-A6D9-053FEF86FABE}" dt="2026-10-10T03:40:18.420" v="139" actId="1076"/>
          <ac:spMkLst>
            <pc:docMk/>
            <pc:sldMk cId="2896583048" sldId="259"/>
            <ac:spMk id="6" creationId="{C74C9564-6A70-18DB-ADFF-D0F4F57209CB}"/>
          </ac:spMkLst>
        </pc:spChg>
        <pc:spChg chg="add del mod">
          <ac:chgData name="나준우" userId="b09ec5b9-e2e4-4cd5-8219-62a57d5a6679" providerId="ADAL" clId="{7D40305E-A51F-498E-A6D9-053FEF86FABE}" dt="2026-10-10T03:35:34.859" v="18" actId="478"/>
          <ac:spMkLst>
            <pc:docMk/>
            <pc:sldMk cId="2896583048" sldId="259"/>
            <ac:spMk id="8" creationId="{39B6B4AD-6FF8-3219-26A7-F0986DD11359}"/>
          </ac:spMkLst>
        </pc:spChg>
        <pc:spChg chg="add mod">
          <ac:chgData name="나준우" userId="b09ec5b9-e2e4-4cd5-8219-62a57d5a6679" providerId="ADAL" clId="{7D40305E-A51F-498E-A6D9-053FEF86FABE}" dt="2026-10-10T03:59:49.464" v="335" actId="1076"/>
          <ac:spMkLst>
            <pc:docMk/>
            <pc:sldMk cId="2896583048" sldId="259"/>
            <ac:spMk id="9" creationId="{5B199E1B-BA07-FD62-8E84-F17B6C6DE3E0}"/>
          </ac:spMkLst>
        </pc:spChg>
        <pc:spChg chg="add mod">
          <ac:chgData name="나준우" userId="b09ec5b9-e2e4-4cd5-8219-62a57d5a6679" providerId="ADAL" clId="{7D40305E-A51F-498E-A6D9-053FEF86FABE}" dt="2026-10-10T03:59:58.343" v="344" actId="20577"/>
          <ac:spMkLst>
            <pc:docMk/>
            <pc:sldMk cId="2896583048" sldId="259"/>
            <ac:spMk id="15" creationId="{CC3071B5-F199-8567-8E7C-FDB165C0A249}"/>
          </ac:spMkLst>
        </pc:spChg>
        <pc:spChg chg="add mod">
          <ac:chgData name="나준우" userId="b09ec5b9-e2e4-4cd5-8219-62a57d5a6679" providerId="ADAL" clId="{7D40305E-A51F-498E-A6D9-053FEF86FABE}" dt="2026-10-10T03:59:25.892" v="330" actId="20577"/>
          <ac:spMkLst>
            <pc:docMk/>
            <pc:sldMk cId="2896583048" sldId="259"/>
            <ac:spMk id="16" creationId="{A2CCAFE4-5C94-8479-7D56-E61D0E8BE5BE}"/>
          </ac:spMkLst>
        </pc:spChg>
        <pc:spChg chg="add mod">
          <ac:chgData name="나준우" userId="b09ec5b9-e2e4-4cd5-8219-62a57d5a6679" providerId="ADAL" clId="{7D40305E-A51F-498E-A6D9-053FEF86FABE}" dt="2026-10-10T04:31:20.384" v="382" actId="1076"/>
          <ac:spMkLst>
            <pc:docMk/>
            <pc:sldMk cId="2896583048" sldId="259"/>
            <ac:spMk id="20" creationId="{BC46A899-6CFB-388C-5B25-8194D168CAA0}"/>
          </ac:spMkLst>
        </pc:spChg>
        <pc:spChg chg="add mod">
          <ac:chgData name="나준우" userId="b09ec5b9-e2e4-4cd5-8219-62a57d5a6679" providerId="ADAL" clId="{7D40305E-A51F-498E-A6D9-053FEF86FABE}" dt="2026-10-10T04:31:20.384" v="382" actId="1076"/>
          <ac:spMkLst>
            <pc:docMk/>
            <pc:sldMk cId="2896583048" sldId="259"/>
            <ac:spMk id="21" creationId="{6388C48E-1110-746C-CB37-58BF3C92FE11}"/>
          </ac:spMkLst>
        </pc:spChg>
        <pc:spChg chg="add mod">
          <ac:chgData name="나준우" userId="b09ec5b9-e2e4-4cd5-8219-62a57d5a6679" providerId="ADAL" clId="{7D40305E-A51F-498E-A6D9-053FEF86FABE}" dt="2026-10-10T04:31:20.384" v="382" actId="1076"/>
          <ac:spMkLst>
            <pc:docMk/>
            <pc:sldMk cId="2896583048" sldId="259"/>
            <ac:spMk id="22" creationId="{DFF8C254-3367-1A31-0E59-CAFEEA2D4990}"/>
          </ac:spMkLst>
        </pc:spChg>
        <pc:spChg chg="add mod">
          <ac:chgData name="나준우" userId="b09ec5b9-e2e4-4cd5-8219-62a57d5a6679" providerId="ADAL" clId="{7D40305E-A51F-498E-A6D9-053FEF86FABE}" dt="2026-10-10T04:31:20.384" v="382" actId="1076"/>
          <ac:spMkLst>
            <pc:docMk/>
            <pc:sldMk cId="2896583048" sldId="259"/>
            <ac:spMk id="23" creationId="{6E445EBD-CB90-982E-D7C2-1EF1EF5D11B1}"/>
          </ac:spMkLst>
        </pc:spChg>
        <pc:spChg chg="add mod">
          <ac:chgData name="나준우" userId="b09ec5b9-e2e4-4cd5-8219-62a57d5a6679" providerId="ADAL" clId="{7D40305E-A51F-498E-A6D9-053FEF86FABE}" dt="2026-10-10T04:31:20.384" v="382" actId="1076"/>
          <ac:spMkLst>
            <pc:docMk/>
            <pc:sldMk cId="2896583048" sldId="259"/>
            <ac:spMk id="24" creationId="{C2370DE2-90B1-2814-76C8-9D31D8DF6CFA}"/>
          </ac:spMkLst>
        </pc:spChg>
        <pc:spChg chg="add del mod">
          <ac:chgData name="나준우" userId="b09ec5b9-e2e4-4cd5-8219-62a57d5a6679" providerId="ADAL" clId="{7D40305E-A51F-498E-A6D9-053FEF86FABE}" dt="2026-10-10T04:30:51.258" v="377"/>
          <ac:spMkLst>
            <pc:docMk/>
            <pc:sldMk cId="2896583048" sldId="259"/>
            <ac:spMk id="25" creationId="{89523A9E-7EA6-96A8-23AF-A74A6D1E24E2}"/>
          </ac:spMkLst>
        </pc:spChg>
        <pc:spChg chg="add mod">
          <ac:chgData name="나준우" userId="b09ec5b9-e2e4-4cd5-8219-62a57d5a6679" providerId="ADAL" clId="{7D40305E-A51F-498E-A6D9-053FEF86FABE}" dt="2026-10-10T04:37:02.729" v="866" actId="20577"/>
          <ac:spMkLst>
            <pc:docMk/>
            <pc:sldMk cId="2896583048" sldId="259"/>
            <ac:spMk id="26" creationId="{503CD551-3E72-A772-040B-23139D43B939}"/>
          </ac:spMkLst>
        </pc:spChg>
        <pc:spChg chg="add mod">
          <ac:chgData name="나준우" userId="b09ec5b9-e2e4-4cd5-8219-62a57d5a6679" providerId="ADAL" clId="{7D40305E-A51F-498E-A6D9-053FEF86FABE}" dt="2026-10-10T04:41:22.904" v="962" actId="1076"/>
          <ac:spMkLst>
            <pc:docMk/>
            <pc:sldMk cId="2896583048" sldId="259"/>
            <ac:spMk id="28" creationId="{84B0F0E5-A7DD-04FB-B9DB-A386F818124C}"/>
          </ac:spMkLst>
        </pc:spChg>
        <pc:spChg chg="add del mod ord">
          <ac:chgData name="나준우" userId="b09ec5b9-e2e4-4cd5-8219-62a57d5a6679" providerId="ADAL" clId="{7D40305E-A51F-498E-A6D9-053FEF86FABE}" dt="2026-10-10T04:40:54.512" v="954" actId="478"/>
          <ac:spMkLst>
            <pc:docMk/>
            <pc:sldMk cId="2896583048" sldId="259"/>
            <ac:spMk id="29" creationId="{B43CBDF9-CDE7-E518-1E06-5071F3FF2DFA}"/>
          </ac:spMkLst>
        </pc:spChg>
        <pc:spChg chg="add mod">
          <ac:chgData name="나준우" userId="b09ec5b9-e2e4-4cd5-8219-62a57d5a6679" providerId="ADAL" clId="{7D40305E-A51F-498E-A6D9-053FEF86FABE}" dt="2026-10-10T04:42:40.104" v="975" actId="13822"/>
          <ac:spMkLst>
            <pc:docMk/>
            <pc:sldMk cId="2896583048" sldId="259"/>
            <ac:spMk id="30" creationId="{BD88CE09-4D1F-46E6-6F2C-16CD105A20F1}"/>
          </ac:spMkLst>
        </pc:spChg>
        <pc:spChg chg="add mod">
          <ac:chgData name="나준우" userId="b09ec5b9-e2e4-4cd5-8219-62a57d5a6679" providerId="ADAL" clId="{7D40305E-A51F-498E-A6D9-053FEF86FABE}" dt="2026-10-10T04:42:44.485" v="976" actId="13822"/>
          <ac:spMkLst>
            <pc:docMk/>
            <pc:sldMk cId="2896583048" sldId="259"/>
            <ac:spMk id="32" creationId="{E1FFFEB9-DE03-6711-BD3A-7EAAD8EAD4C7}"/>
          </ac:spMkLst>
        </pc:spChg>
        <pc:picChg chg="mod">
          <ac:chgData name="나준우" userId="b09ec5b9-e2e4-4cd5-8219-62a57d5a6679" providerId="ADAL" clId="{7D40305E-A51F-498E-A6D9-053FEF86FABE}" dt="2026-10-10T04:32:20.803" v="455" actId="1076"/>
          <ac:picMkLst>
            <pc:docMk/>
            <pc:sldMk cId="2896583048" sldId="259"/>
            <ac:picMk id="4" creationId="{AD381265-D1E8-1F72-19AF-688C474F1109}"/>
          </ac:picMkLst>
        </pc:picChg>
        <pc:picChg chg="add mod">
          <ac:chgData name="나준우" userId="b09ec5b9-e2e4-4cd5-8219-62a57d5a6679" providerId="ADAL" clId="{7D40305E-A51F-498E-A6D9-053FEF86FABE}" dt="2026-10-10T07:15:47.114" v="2190" actId="14100"/>
          <ac:picMkLst>
            <pc:docMk/>
            <pc:sldMk cId="2896583048" sldId="259"/>
            <ac:picMk id="27" creationId="{AFEFD786-6511-9E8C-473F-1988D07DEB16}"/>
          </ac:picMkLst>
        </pc:picChg>
        <pc:cxnChg chg="add mod">
          <ac:chgData name="나준우" userId="b09ec5b9-e2e4-4cd5-8219-62a57d5a6679" providerId="ADAL" clId="{7D40305E-A51F-498E-A6D9-053FEF86FABE}" dt="2026-10-10T03:59:53.557" v="336" actId="14100"/>
          <ac:cxnSpMkLst>
            <pc:docMk/>
            <pc:sldMk cId="2896583048" sldId="259"/>
            <ac:cxnSpMk id="11" creationId="{248D73BA-EB24-64CC-11BF-D8A51D1386D4}"/>
          </ac:cxnSpMkLst>
        </pc:cxnChg>
        <pc:cxnChg chg="add mod">
          <ac:chgData name="나준우" userId="b09ec5b9-e2e4-4cd5-8219-62a57d5a6679" providerId="ADAL" clId="{7D40305E-A51F-498E-A6D9-053FEF86FABE}" dt="2026-10-10T04:31:20.384" v="382" actId="1076"/>
          <ac:cxnSpMkLst>
            <pc:docMk/>
            <pc:sldMk cId="2896583048" sldId="259"/>
            <ac:cxnSpMk id="18" creationId="{5EC2D0FA-B83F-14EC-6C9A-651A4B2CF4F2}"/>
          </ac:cxnSpMkLst>
        </pc:cxnChg>
        <pc:cxnChg chg="add mod">
          <ac:chgData name="나준우" userId="b09ec5b9-e2e4-4cd5-8219-62a57d5a6679" providerId="ADAL" clId="{7D40305E-A51F-498E-A6D9-053FEF86FABE}" dt="2026-10-10T04:31:20.384" v="382" actId="1076"/>
          <ac:cxnSpMkLst>
            <pc:docMk/>
            <pc:sldMk cId="2896583048" sldId="259"/>
            <ac:cxnSpMk id="19" creationId="{B123026F-1D75-963C-82F3-94BC6EB31F12}"/>
          </ac:cxnSpMkLst>
        </pc:cxnChg>
      </pc:sldChg>
      <pc:sldChg chg="addSp delSp modSp mod">
        <pc:chgData name="나준우" userId="b09ec5b9-e2e4-4cd5-8219-62a57d5a6679" providerId="ADAL" clId="{7D40305E-A51F-498E-A6D9-053FEF86FABE}" dt="2026-10-10T07:03:54.594" v="1837" actId="1076"/>
        <pc:sldMkLst>
          <pc:docMk/>
          <pc:sldMk cId="1965953177" sldId="260"/>
        </pc:sldMkLst>
        <pc:spChg chg="mod">
          <ac:chgData name="나준우" userId="b09ec5b9-e2e4-4cd5-8219-62a57d5a6679" providerId="ADAL" clId="{7D40305E-A51F-498E-A6D9-053FEF86FABE}" dt="2026-10-10T04:16:25.441" v="368" actId="1076"/>
          <ac:spMkLst>
            <pc:docMk/>
            <pc:sldMk cId="1965953177" sldId="260"/>
            <ac:spMk id="2" creationId="{424EEA10-1C7B-CCDC-B28B-0E406DD2048E}"/>
          </ac:spMkLst>
        </pc:spChg>
        <pc:spChg chg="mod">
          <ac:chgData name="나준우" userId="b09ec5b9-e2e4-4cd5-8219-62a57d5a6679" providerId="ADAL" clId="{7D40305E-A51F-498E-A6D9-053FEF86FABE}" dt="2026-10-10T04:16:32.816" v="369" actId="1076"/>
          <ac:spMkLst>
            <pc:docMk/>
            <pc:sldMk cId="1965953177" sldId="260"/>
            <ac:spMk id="3" creationId="{6F28C9C6-B0BC-FA99-A2CD-46799A155D80}"/>
          </ac:spMkLst>
        </pc:spChg>
        <pc:spChg chg="add del mod">
          <ac:chgData name="나준우" userId="b09ec5b9-e2e4-4cd5-8219-62a57d5a6679" providerId="ADAL" clId="{7D40305E-A51F-498E-A6D9-053FEF86FABE}" dt="2026-10-10T04:05:03.232" v="361" actId="478"/>
          <ac:spMkLst>
            <pc:docMk/>
            <pc:sldMk cId="1965953177" sldId="260"/>
            <ac:spMk id="5" creationId="{2DA5CBC2-2150-2EFE-A0CC-9719C162EB32}"/>
          </ac:spMkLst>
        </pc:spChg>
        <pc:spChg chg="del">
          <ac:chgData name="나준우" userId="b09ec5b9-e2e4-4cd5-8219-62a57d5a6679" providerId="ADAL" clId="{7D40305E-A51F-498E-A6D9-053FEF86FABE}" dt="2026-10-10T04:05:07.019" v="362" actId="478"/>
          <ac:spMkLst>
            <pc:docMk/>
            <pc:sldMk cId="1965953177" sldId="260"/>
            <ac:spMk id="8" creationId="{12ADC212-730B-5974-0E30-C301C9E0F0C5}"/>
          </ac:spMkLst>
        </pc:spChg>
        <pc:spChg chg="del">
          <ac:chgData name="나준우" userId="b09ec5b9-e2e4-4cd5-8219-62a57d5a6679" providerId="ADAL" clId="{7D40305E-A51F-498E-A6D9-053FEF86FABE}" dt="2026-10-10T04:05:03.232" v="361" actId="478"/>
          <ac:spMkLst>
            <pc:docMk/>
            <pc:sldMk cId="1965953177" sldId="260"/>
            <ac:spMk id="11" creationId="{D357DB27-B6A7-D8F9-D307-264A4E2EDC6E}"/>
          </ac:spMkLst>
        </pc:spChg>
        <pc:spChg chg="del mod">
          <ac:chgData name="나준우" userId="b09ec5b9-e2e4-4cd5-8219-62a57d5a6679" providerId="ADAL" clId="{7D40305E-A51F-498E-A6D9-053FEF86FABE}" dt="2026-10-10T04:05:03.232" v="361" actId="478"/>
          <ac:spMkLst>
            <pc:docMk/>
            <pc:sldMk cId="1965953177" sldId="260"/>
            <ac:spMk id="13" creationId="{90684C8E-CF7D-C6EF-5BCE-4B1C5E6110AB}"/>
          </ac:spMkLst>
        </pc:spChg>
        <pc:spChg chg="add del mod">
          <ac:chgData name="나준우" userId="b09ec5b9-e2e4-4cd5-8219-62a57d5a6679" providerId="ADAL" clId="{7D40305E-A51F-498E-A6D9-053FEF86FABE}" dt="2026-10-10T04:05:07.019" v="362" actId="478"/>
          <ac:spMkLst>
            <pc:docMk/>
            <pc:sldMk cId="1965953177" sldId="260"/>
            <ac:spMk id="15" creationId="{D7919145-8985-8F78-2465-095FCA21E664}"/>
          </ac:spMkLst>
        </pc:spChg>
        <pc:spChg chg="add del mod">
          <ac:chgData name="나준우" userId="b09ec5b9-e2e4-4cd5-8219-62a57d5a6679" providerId="ADAL" clId="{7D40305E-A51F-498E-A6D9-053FEF86FABE}" dt="2026-10-10T04:05:03.232" v="361" actId="478"/>
          <ac:spMkLst>
            <pc:docMk/>
            <pc:sldMk cId="1965953177" sldId="260"/>
            <ac:spMk id="16" creationId="{EBF04F69-EF27-7EA1-53D5-42F19188BBB7}"/>
          </ac:spMkLst>
        </pc:spChg>
        <pc:picChg chg="mod">
          <ac:chgData name="나준우" userId="b09ec5b9-e2e4-4cd5-8219-62a57d5a6679" providerId="ADAL" clId="{7D40305E-A51F-498E-A6D9-053FEF86FABE}" dt="2026-10-10T07:03:52.289" v="1836" actId="1076"/>
          <ac:picMkLst>
            <pc:docMk/>
            <pc:sldMk cId="1965953177" sldId="260"/>
            <ac:picMk id="14" creationId="{A9D6796E-38CB-9643-F084-2C3BC5D5EA82}"/>
          </ac:picMkLst>
        </pc:picChg>
        <pc:picChg chg="add del mod">
          <ac:chgData name="나준우" userId="b09ec5b9-e2e4-4cd5-8219-62a57d5a6679" providerId="ADAL" clId="{7D40305E-A51F-498E-A6D9-053FEF86FABE}" dt="2026-10-10T05:27:35.354" v="1038" actId="478"/>
          <ac:picMkLst>
            <pc:docMk/>
            <pc:sldMk cId="1965953177" sldId="260"/>
            <ac:picMk id="25" creationId="{804CFD03-59F6-4DF6-BDD8-349508CA24F0}"/>
          </ac:picMkLst>
        </pc:picChg>
        <pc:picChg chg="add mod">
          <ac:chgData name="나준우" userId="b09ec5b9-e2e4-4cd5-8219-62a57d5a6679" providerId="ADAL" clId="{7D40305E-A51F-498E-A6D9-053FEF86FABE}" dt="2026-10-10T07:03:54.594" v="1837" actId="1076"/>
          <ac:picMkLst>
            <pc:docMk/>
            <pc:sldMk cId="1965953177" sldId="260"/>
            <ac:picMk id="27" creationId="{940E9D6A-70B6-EE16-2A17-257A6AC24E58}"/>
          </ac:picMkLst>
        </pc:picChg>
        <pc:cxnChg chg="add del mod">
          <ac:chgData name="나준우" userId="b09ec5b9-e2e4-4cd5-8219-62a57d5a6679" providerId="ADAL" clId="{7D40305E-A51F-498E-A6D9-053FEF86FABE}" dt="2026-10-10T04:05:07.019" v="362" actId="478"/>
          <ac:cxnSpMkLst>
            <pc:docMk/>
            <pc:sldMk cId="1965953177" sldId="260"/>
            <ac:cxnSpMk id="4" creationId="{3642184B-8B0D-7A9B-47D3-3565A7F9DECE}"/>
          </ac:cxnSpMkLst>
        </pc:cxnChg>
        <pc:cxnChg chg="add del mod">
          <ac:chgData name="나준우" userId="b09ec5b9-e2e4-4cd5-8219-62a57d5a6679" providerId="ADAL" clId="{7D40305E-A51F-498E-A6D9-053FEF86FABE}" dt="2026-10-10T04:05:08.545" v="363" actId="478"/>
          <ac:cxnSpMkLst>
            <pc:docMk/>
            <pc:sldMk cId="1965953177" sldId="260"/>
            <ac:cxnSpMk id="6" creationId="{3C22AF9F-6AB0-DAA4-0844-F85179B946A7}"/>
          </ac:cxnSpMkLst>
        </pc:cxnChg>
        <pc:cxnChg chg="del">
          <ac:chgData name="나준우" userId="b09ec5b9-e2e4-4cd5-8219-62a57d5a6679" providerId="ADAL" clId="{7D40305E-A51F-498E-A6D9-053FEF86FABE}" dt="2026-10-10T04:05:03.232" v="361" actId="478"/>
          <ac:cxnSpMkLst>
            <pc:docMk/>
            <pc:sldMk cId="1965953177" sldId="260"/>
            <ac:cxnSpMk id="7" creationId="{D463735C-BD68-98E0-72B6-D1D40BA00728}"/>
          </ac:cxnSpMkLst>
        </pc:cxnChg>
        <pc:cxnChg chg="del mod">
          <ac:chgData name="나준우" userId="b09ec5b9-e2e4-4cd5-8219-62a57d5a6679" providerId="ADAL" clId="{7D40305E-A51F-498E-A6D9-053FEF86FABE}" dt="2026-10-10T04:05:10.328" v="364" actId="478"/>
          <ac:cxnSpMkLst>
            <pc:docMk/>
            <pc:sldMk cId="1965953177" sldId="260"/>
            <ac:cxnSpMk id="9" creationId="{7F31E66A-2D9F-364B-C732-5B0E11E5C097}"/>
          </ac:cxnSpMkLst>
        </pc:cxnChg>
        <pc:cxnChg chg="del">
          <ac:chgData name="나준우" userId="b09ec5b9-e2e4-4cd5-8219-62a57d5a6679" providerId="ADAL" clId="{7D40305E-A51F-498E-A6D9-053FEF86FABE}" dt="2026-10-10T04:05:03.232" v="361" actId="478"/>
          <ac:cxnSpMkLst>
            <pc:docMk/>
            <pc:sldMk cId="1965953177" sldId="260"/>
            <ac:cxnSpMk id="10" creationId="{149E9448-7BF3-569A-B347-C4C457C820D3}"/>
          </ac:cxnSpMkLst>
        </pc:cxnChg>
        <pc:cxnChg chg="add del mod">
          <ac:chgData name="나준우" userId="b09ec5b9-e2e4-4cd5-8219-62a57d5a6679" providerId="ADAL" clId="{7D40305E-A51F-498E-A6D9-053FEF86FABE}" dt="2026-10-10T04:05:07.019" v="362" actId="478"/>
          <ac:cxnSpMkLst>
            <pc:docMk/>
            <pc:sldMk cId="1965953177" sldId="260"/>
            <ac:cxnSpMk id="12" creationId="{11D6B1EA-C1B8-AD59-48C2-7D08B041D8B7}"/>
          </ac:cxnSpMkLst>
        </pc:cxnChg>
      </pc:sldChg>
      <pc:sldChg chg="addSp delSp modSp mod ord">
        <pc:chgData name="나준우" userId="b09ec5b9-e2e4-4cd5-8219-62a57d5a6679" providerId="ADAL" clId="{7D40305E-A51F-498E-A6D9-053FEF86FABE}" dt="2026-10-10T07:04:09.464" v="1842" actId="1076"/>
        <pc:sldMkLst>
          <pc:docMk/>
          <pc:sldMk cId="3527987860" sldId="261"/>
        </pc:sldMkLst>
        <pc:spChg chg="mod">
          <ac:chgData name="나준우" userId="b09ec5b9-e2e4-4cd5-8219-62a57d5a6679" providerId="ADAL" clId="{7D40305E-A51F-498E-A6D9-053FEF86FABE}" dt="2026-10-10T05:33:36.107" v="1110" actId="20577"/>
          <ac:spMkLst>
            <pc:docMk/>
            <pc:sldMk cId="3527987860" sldId="261"/>
            <ac:spMk id="3" creationId="{1FF4275E-8998-4065-12E0-367359A5912D}"/>
          </ac:spMkLst>
        </pc:spChg>
        <pc:spChg chg="mod">
          <ac:chgData name="나준우" userId="b09ec5b9-e2e4-4cd5-8219-62a57d5a6679" providerId="ADAL" clId="{7D40305E-A51F-498E-A6D9-053FEF86FABE}" dt="2026-10-10T06:58:03.313" v="1738" actId="1076"/>
          <ac:spMkLst>
            <pc:docMk/>
            <pc:sldMk cId="3527987860" sldId="261"/>
            <ac:spMk id="6" creationId="{00E0A466-CA5F-516A-7E94-4CBE1419C129}"/>
          </ac:spMkLst>
        </pc:spChg>
        <pc:spChg chg="add mod">
          <ac:chgData name="나준우" userId="b09ec5b9-e2e4-4cd5-8219-62a57d5a6679" providerId="ADAL" clId="{7D40305E-A51F-498E-A6D9-053FEF86FABE}" dt="2026-10-10T07:04:09.464" v="1842" actId="1076"/>
          <ac:spMkLst>
            <pc:docMk/>
            <pc:sldMk cId="3527987860" sldId="261"/>
            <ac:spMk id="9" creationId="{14787F61-E4AA-599C-C0C3-DDD4184682B6}"/>
          </ac:spMkLst>
        </pc:spChg>
        <pc:picChg chg="del">
          <ac:chgData name="나준우" userId="b09ec5b9-e2e4-4cd5-8219-62a57d5a6679" providerId="ADAL" clId="{7D40305E-A51F-498E-A6D9-053FEF86FABE}" dt="2026-10-10T04:33:46.667" v="494" actId="478"/>
          <ac:picMkLst>
            <pc:docMk/>
            <pc:sldMk cId="3527987860" sldId="261"/>
            <ac:picMk id="5" creationId="{2D6FF42A-F4BF-A2A3-0783-693B903D5A76}"/>
          </ac:picMkLst>
        </pc:picChg>
        <pc:picChg chg="add mod">
          <ac:chgData name="나준우" userId="b09ec5b9-e2e4-4cd5-8219-62a57d5a6679" providerId="ADAL" clId="{7D40305E-A51F-498E-A6D9-053FEF86FABE}" dt="2026-10-10T07:03:36.238" v="1832" actId="1076"/>
          <ac:picMkLst>
            <pc:docMk/>
            <pc:sldMk cId="3527987860" sldId="261"/>
            <ac:picMk id="7" creationId="{1B3CF2DB-C835-14AC-63AB-984CD7240F45}"/>
          </ac:picMkLst>
        </pc:picChg>
      </pc:sldChg>
      <pc:sldChg chg="modSp mod">
        <pc:chgData name="나준우" userId="b09ec5b9-e2e4-4cd5-8219-62a57d5a6679" providerId="ADAL" clId="{7D40305E-A51F-498E-A6D9-053FEF86FABE}" dt="2026-10-10T08:20:43.182" v="3276" actId="5793"/>
        <pc:sldMkLst>
          <pc:docMk/>
          <pc:sldMk cId="3162252546" sldId="264"/>
        </pc:sldMkLst>
        <pc:spChg chg="mod">
          <ac:chgData name="나준우" userId="b09ec5b9-e2e4-4cd5-8219-62a57d5a6679" providerId="ADAL" clId="{7D40305E-A51F-498E-A6D9-053FEF86FABE}" dt="2026-10-10T08:20:43.182" v="3276" actId="5793"/>
          <ac:spMkLst>
            <pc:docMk/>
            <pc:sldMk cId="3162252546" sldId="264"/>
            <ac:spMk id="3" creationId="{2EA02378-AF48-9F2C-CF22-99D82F97BB6A}"/>
          </ac:spMkLst>
        </pc:spChg>
      </pc:sldChg>
      <pc:sldChg chg="modSp mod">
        <pc:chgData name="나준우" userId="b09ec5b9-e2e4-4cd5-8219-62a57d5a6679" providerId="ADAL" clId="{7D40305E-A51F-498E-A6D9-053FEF86FABE}" dt="2026-10-10T08:07:14.493" v="3150" actId="20577"/>
        <pc:sldMkLst>
          <pc:docMk/>
          <pc:sldMk cId="3053999693" sldId="267"/>
        </pc:sldMkLst>
        <pc:spChg chg="mod">
          <ac:chgData name="나준우" userId="b09ec5b9-e2e4-4cd5-8219-62a57d5a6679" providerId="ADAL" clId="{7D40305E-A51F-498E-A6D9-053FEF86FABE}" dt="2026-10-10T06:11:07.621" v="1160" actId="20577"/>
          <ac:spMkLst>
            <pc:docMk/>
            <pc:sldMk cId="3053999693" sldId="267"/>
            <ac:spMk id="2" creationId="{83FD3952-85BF-B8C8-D49C-90CEA88A0EC8}"/>
          </ac:spMkLst>
        </pc:spChg>
        <pc:spChg chg="mod">
          <ac:chgData name="나준우" userId="b09ec5b9-e2e4-4cd5-8219-62a57d5a6679" providerId="ADAL" clId="{7D40305E-A51F-498E-A6D9-053FEF86FABE}" dt="2026-10-10T08:07:14.493" v="3150" actId="20577"/>
          <ac:spMkLst>
            <pc:docMk/>
            <pc:sldMk cId="3053999693" sldId="267"/>
            <ac:spMk id="3" creationId="{C68F1B98-FED6-0B66-E4A1-6E36BD2C71A9}"/>
          </ac:spMkLst>
        </pc:spChg>
      </pc:sldChg>
      <pc:sldChg chg="modSp mod">
        <pc:chgData name="나준우" userId="b09ec5b9-e2e4-4cd5-8219-62a57d5a6679" providerId="ADAL" clId="{7D40305E-A51F-498E-A6D9-053FEF86FABE}" dt="2026-10-10T08:18:10.252" v="3213" actId="20577"/>
        <pc:sldMkLst>
          <pc:docMk/>
          <pc:sldMk cId="2730522985" sldId="268"/>
        </pc:sldMkLst>
        <pc:spChg chg="mod">
          <ac:chgData name="나준우" userId="b09ec5b9-e2e4-4cd5-8219-62a57d5a6679" providerId="ADAL" clId="{7D40305E-A51F-498E-A6D9-053FEF86FABE}" dt="2026-10-10T07:41:30.957" v="2703" actId="20577"/>
          <ac:spMkLst>
            <pc:docMk/>
            <pc:sldMk cId="2730522985" sldId="268"/>
            <ac:spMk id="2" creationId="{F98B568B-66D3-ED50-13AD-1761BBD1CE25}"/>
          </ac:spMkLst>
        </pc:spChg>
        <pc:spChg chg="mod">
          <ac:chgData name="나준우" userId="b09ec5b9-e2e4-4cd5-8219-62a57d5a6679" providerId="ADAL" clId="{7D40305E-A51F-498E-A6D9-053FEF86FABE}" dt="2026-10-10T08:18:10.252" v="3213" actId="20577"/>
          <ac:spMkLst>
            <pc:docMk/>
            <pc:sldMk cId="2730522985" sldId="268"/>
            <ac:spMk id="3" creationId="{34E34197-53DC-1638-A9BB-D2102C037221}"/>
          </ac:spMkLst>
        </pc:spChg>
      </pc:sldChg>
      <pc:sldChg chg="addSp modSp add del mod">
        <pc:chgData name="나준우" userId="b09ec5b9-e2e4-4cd5-8219-62a57d5a6679" providerId="ADAL" clId="{7D40305E-A51F-498E-A6D9-053FEF86FABE}" dt="2026-10-10T06:12:23.691" v="1175" actId="1076"/>
        <pc:sldMkLst>
          <pc:docMk/>
          <pc:sldMk cId="728203350" sldId="269"/>
        </pc:sldMkLst>
        <pc:spChg chg="mod">
          <ac:chgData name="나준우" userId="b09ec5b9-e2e4-4cd5-8219-62a57d5a6679" providerId="ADAL" clId="{7D40305E-A51F-498E-A6D9-053FEF86FABE}" dt="2026-10-10T06:11:49.484" v="1166"/>
          <ac:spMkLst>
            <pc:docMk/>
            <pc:sldMk cId="728203350" sldId="269"/>
            <ac:spMk id="2" creationId="{A8D072EB-A6EE-2E90-9E33-A4FD6A494C24}"/>
          </ac:spMkLst>
        </pc:spChg>
        <pc:spChg chg="add mod">
          <ac:chgData name="나준우" userId="b09ec5b9-e2e4-4cd5-8219-62a57d5a6679" providerId="ADAL" clId="{7D40305E-A51F-498E-A6D9-053FEF86FABE}" dt="2026-10-10T06:12:10.646" v="1171" actId="1076"/>
          <ac:spMkLst>
            <pc:docMk/>
            <pc:sldMk cId="728203350" sldId="269"/>
            <ac:spMk id="5" creationId="{F774473B-184F-17C6-7D8A-98BD86C68A6F}"/>
          </ac:spMkLst>
        </pc:spChg>
        <pc:spChg chg="add mod">
          <ac:chgData name="나준우" userId="b09ec5b9-e2e4-4cd5-8219-62a57d5a6679" providerId="ADAL" clId="{7D40305E-A51F-498E-A6D9-053FEF86FABE}" dt="2026-10-10T06:11:59.723" v="1168" actId="1076"/>
          <ac:spMkLst>
            <pc:docMk/>
            <pc:sldMk cId="728203350" sldId="269"/>
            <ac:spMk id="7" creationId="{076B363E-A0CD-2710-B97C-39A4F6D888F7}"/>
          </ac:spMkLst>
        </pc:spChg>
        <pc:spChg chg="add mod">
          <ac:chgData name="나준우" userId="b09ec5b9-e2e4-4cd5-8219-62a57d5a6679" providerId="ADAL" clId="{7D40305E-A51F-498E-A6D9-053FEF86FABE}" dt="2026-10-10T06:12:14.172" v="1172" actId="1076"/>
          <ac:spMkLst>
            <pc:docMk/>
            <pc:sldMk cId="728203350" sldId="269"/>
            <ac:spMk id="9" creationId="{34ACD449-C346-D3F4-3325-0886D8E4EFA8}"/>
          </ac:spMkLst>
        </pc:spChg>
        <pc:spChg chg="add mod">
          <ac:chgData name="나준우" userId="b09ec5b9-e2e4-4cd5-8219-62a57d5a6679" providerId="ADAL" clId="{7D40305E-A51F-498E-A6D9-053FEF86FABE}" dt="2026-10-10T06:12:18.081" v="1173" actId="1076"/>
          <ac:spMkLst>
            <pc:docMk/>
            <pc:sldMk cId="728203350" sldId="269"/>
            <ac:spMk id="11" creationId="{03168AEA-3A28-D955-AF71-8CF279290963}"/>
          </ac:spMkLst>
        </pc:spChg>
        <pc:picChg chg="mod">
          <ac:chgData name="나준우" userId="b09ec5b9-e2e4-4cd5-8219-62a57d5a6679" providerId="ADAL" clId="{7D40305E-A51F-498E-A6D9-053FEF86FABE}" dt="2026-10-10T06:12:23.691" v="1175" actId="1076"/>
          <ac:picMkLst>
            <pc:docMk/>
            <pc:sldMk cId="728203350" sldId="269"/>
            <ac:picMk id="4" creationId="{E098C5AC-CC37-CA6E-6A48-8F9A44010948}"/>
          </ac:picMkLst>
        </pc:picChg>
      </pc:sldChg>
      <pc:sldChg chg="modSp mod">
        <pc:chgData name="나준우" userId="b09ec5b9-e2e4-4cd5-8219-62a57d5a6679" providerId="ADAL" clId="{7D40305E-A51F-498E-A6D9-053FEF86FABE}" dt="2026-10-10T08:27:09.588" v="3331" actId="20577"/>
        <pc:sldMkLst>
          <pc:docMk/>
          <pc:sldMk cId="3379646229" sldId="270"/>
        </pc:sldMkLst>
        <pc:spChg chg="mod">
          <ac:chgData name="나준우" userId="b09ec5b9-e2e4-4cd5-8219-62a57d5a6679" providerId="ADAL" clId="{7D40305E-A51F-498E-A6D9-053FEF86FABE}" dt="2026-10-10T08:27:09.588" v="3331" actId="20577"/>
          <ac:spMkLst>
            <pc:docMk/>
            <pc:sldMk cId="3379646229" sldId="270"/>
            <ac:spMk id="3" creationId="{68F6429C-D77A-E1D0-3D32-D19844AFAC30}"/>
          </ac:spMkLst>
        </pc:spChg>
      </pc:sldChg>
      <pc:sldChg chg="addSp delSp modSp add mod chgLayout">
        <pc:chgData name="나준우" userId="b09ec5b9-e2e4-4cd5-8219-62a57d5a6679" providerId="ADAL" clId="{7D40305E-A51F-498E-A6D9-053FEF86FABE}" dt="2026-10-10T05:04:41.632" v="1032" actId="700"/>
        <pc:sldMkLst>
          <pc:docMk/>
          <pc:sldMk cId="1773934180" sldId="272"/>
        </pc:sldMkLst>
        <pc:spChg chg="mod ord">
          <ac:chgData name="나준우" userId="b09ec5b9-e2e4-4cd5-8219-62a57d5a6679" providerId="ADAL" clId="{7D40305E-A51F-498E-A6D9-053FEF86FABE}" dt="2026-10-10T05:04:41.632" v="1032" actId="700"/>
          <ac:spMkLst>
            <pc:docMk/>
            <pc:sldMk cId="1773934180" sldId="272"/>
            <ac:spMk id="2" creationId="{CDE7EA4A-9331-2D42-3387-BCD9389DEE7D}"/>
          </ac:spMkLst>
        </pc:spChg>
        <pc:spChg chg="mod ord">
          <ac:chgData name="나준우" userId="b09ec5b9-e2e4-4cd5-8219-62a57d5a6679" providerId="ADAL" clId="{7D40305E-A51F-498E-A6D9-053FEF86FABE}" dt="2026-10-10T05:04:41.632" v="1032" actId="700"/>
          <ac:spMkLst>
            <pc:docMk/>
            <pc:sldMk cId="1773934180" sldId="272"/>
            <ac:spMk id="3" creationId="{E63F509F-038A-6682-F250-F42D9C923D85}"/>
          </ac:spMkLst>
        </pc:spChg>
        <pc:spChg chg="add del mod">
          <ac:chgData name="나준우" userId="b09ec5b9-e2e4-4cd5-8219-62a57d5a6679" providerId="ADAL" clId="{7D40305E-A51F-498E-A6D9-053FEF86FABE}" dt="2026-10-10T05:04:24.133" v="1027" actId="767"/>
          <ac:spMkLst>
            <pc:docMk/>
            <pc:sldMk cId="1773934180" sldId="272"/>
            <ac:spMk id="4" creationId="{FA17E960-C012-C7B8-9000-E8E47A44F709}"/>
          </ac:spMkLst>
        </pc:spChg>
      </pc:sldChg>
      <pc:sldChg chg="modSp new mod">
        <pc:chgData name="나준우" userId="b09ec5b9-e2e4-4cd5-8219-62a57d5a6679" providerId="ADAL" clId="{7D40305E-A51F-498E-A6D9-053FEF86FABE}" dt="2026-10-10T08:26:25.767" v="3330" actId="20577"/>
        <pc:sldMkLst>
          <pc:docMk/>
          <pc:sldMk cId="1011501145" sldId="273"/>
        </pc:sldMkLst>
        <pc:spChg chg="mod">
          <ac:chgData name="나준우" userId="b09ec5b9-e2e4-4cd5-8219-62a57d5a6679" providerId="ADAL" clId="{7D40305E-A51F-498E-A6D9-053FEF86FABE}" dt="2026-10-10T06:47:58.892" v="1218" actId="20577"/>
          <ac:spMkLst>
            <pc:docMk/>
            <pc:sldMk cId="1011501145" sldId="273"/>
            <ac:spMk id="2" creationId="{85DBB916-7F80-D9FB-03D9-90718968C024}"/>
          </ac:spMkLst>
        </pc:spChg>
        <pc:spChg chg="mod">
          <ac:chgData name="나준우" userId="b09ec5b9-e2e4-4cd5-8219-62a57d5a6679" providerId="ADAL" clId="{7D40305E-A51F-498E-A6D9-053FEF86FABE}" dt="2026-10-10T08:26:25.767" v="3330" actId="20577"/>
          <ac:spMkLst>
            <pc:docMk/>
            <pc:sldMk cId="1011501145" sldId="273"/>
            <ac:spMk id="3" creationId="{064107DF-46B3-44C4-EEA3-63F7E040557B}"/>
          </ac:spMkLst>
        </pc:spChg>
      </pc:sldChg>
      <pc:sldChg chg="modSp new del mod">
        <pc:chgData name="나준우" userId="b09ec5b9-e2e4-4cd5-8219-62a57d5a6679" providerId="ADAL" clId="{7D40305E-A51F-498E-A6D9-053FEF86FABE}" dt="2026-10-10T08:17:55.756" v="3203" actId="47"/>
        <pc:sldMkLst>
          <pc:docMk/>
          <pc:sldMk cId="57146791" sldId="274"/>
        </pc:sldMkLst>
        <pc:spChg chg="mod">
          <ac:chgData name="나준우" userId="b09ec5b9-e2e4-4cd5-8219-62a57d5a6679" providerId="ADAL" clId="{7D40305E-A51F-498E-A6D9-053FEF86FABE}" dt="2026-10-10T07:09:06.331" v="1928" actId="20577"/>
          <ac:spMkLst>
            <pc:docMk/>
            <pc:sldMk cId="57146791" sldId="274"/>
            <ac:spMk id="2" creationId="{3CC6EA5C-E1FD-88FC-805D-D2659504F2B2}"/>
          </ac:spMkLst>
        </pc:spChg>
        <pc:spChg chg="mod">
          <ac:chgData name="나준우" userId="b09ec5b9-e2e4-4cd5-8219-62a57d5a6679" providerId="ADAL" clId="{7D40305E-A51F-498E-A6D9-053FEF86FABE}" dt="2026-10-10T07:15:15.262" v="2186" actId="20577"/>
          <ac:spMkLst>
            <pc:docMk/>
            <pc:sldMk cId="57146791" sldId="274"/>
            <ac:spMk id="3" creationId="{9E7355E4-B0CE-B6A8-5A32-8709FD671EFA}"/>
          </ac:spMkLst>
        </pc:spChg>
      </pc:sldChg>
      <pc:sldChg chg="addSp modSp new mod">
        <pc:chgData name="나준우" userId="b09ec5b9-e2e4-4cd5-8219-62a57d5a6679" providerId="ADAL" clId="{7D40305E-A51F-498E-A6D9-053FEF86FABE}" dt="2026-10-10T08:26:13.026" v="3329" actId="20577"/>
        <pc:sldMkLst>
          <pc:docMk/>
          <pc:sldMk cId="3129016595" sldId="275"/>
        </pc:sldMkLst>
        <pc:spChg chg="mod">
          <ac:chgData name="나준우" userId="b09ec5b9-e2e4-4cd5-8219-62a57d5a6679" providerId="ADAL" clId="{7D40305E-A51F-498E-A6D9-053FEF86FABE}" dt="2026-10-10T08:26:13.026" v="3329" actId="20577"/>
          <ac:spMkLst>
            <pc:docMk/>
            <pc:sldMk cId="3129016595" sldId="275"/>
            <ac:spMk id="2" creationId="{05D3AED7-76D4-4B08-1ADC-C7F8B0127C02}"/>
          </ac:spMkLst>
        </pc:spChg>
        <pc:spChg chg="mod">
          <ac:chgData name="나준우" userId="b09ec5b9-e2e4-4cd5-8219-62a57d5a6679" providerId="ADAL" clId="{7D40305E-A51F-498E-A6D9-053FEF86FABE}" dt="2026-10-10T08:25:24.102" v="3299" actId="20577"/>
          <ac:spMkLst>
            <pc:docMk/>
            <pc:sldMk cId="3129016595" sldId="275"/>
            <ac:spMk id="3" creationId="{4D4B6982-3480-C7D9-E814-C28B8F2051AA}"/>
          </ac:spMkLst>
        </pc:spChg>
        <pc:spChg chg="add mod">
          <ac:chgData name="나준우" userId="b09ec5b9-e2e4-4cd5-8219-62a57d5a6679" providerId="ADAL" clId="{7D40305E-A51F-498E-A6D9-053FEF86FABE}" dt="2026-10-10T08:03:51.831" v="3108" actId="1076"/>
          <ac:spMkLst>
            <pc:docMk/>
            <pc:sldMk cId="3129016595" sldId="275"/>
            <ac:spMk id="6" creationId="{DF337588-73B6-9AF8-973A-E191E8BF29E1}"/>
          </ac:spMkLst>
        </pc:spChg>
        <pc:spChg chg="add mod">
          <ac:chgData name="나준우" userId="b09ec5b9-e2e4-4cd5-8219-62a57d5a6679" providerId="ADAL" clId="{7D40305E-A51F-498E-A6D9-053FEF86FABE}" dt="2026-10-10T08:03:51.831" v="3108" actId="1076"/>
          <ac:spMkLst>
            <pc:docMk/>
            <pc:sldMk cId="3129016595" sldId="275"/>
            <ac:spMk id="7" creationId="{5C98924F-2F73-F873-E6D2-9C1CAFBDD65B}"/>
          </ac:spMkLst>
        </pc:spChg>
        <pc:spChg chg="add mod">
          <ac:chgData name="나준우" userId="b09ec5b9-e2e4-4cd5-8219-62a57d5a6679" providerId="ADAL" clId="{7D40305E-A51F-498E-A6D9-053FEF86FABE}" dt="2026-10-10T08:03:51.831" v="3108" actId="1076"/>
          <ac:spMkLst>
            <pc:docMk/>
            <pc:sldMk cId="3129016595" sldId="275"/>
            <ac:spMk id="9" creationId="{E4E96A85-D8CC-93DC-EA8E-61C51D66B23A}"/>
          </ac:spMkLst>
        </pc:spChg>
        <pc:picChg chg="add mod">
          <ac:chgData name="나준우" userId="b09ec5b9-e2e4-4cd5-8219-62a57d5a6679" providerId="ADAL" clId="{7D40305E-A51F-498E-A6D9-053FEF86FABE}" dt="2026-10-10T08:03:51.831" v="3108" actId="1076"/>
          <ac:picMkLst>
            <pc:docMk/>
            <pc:sldMk cId="3129016595" sldId="275"/>
            <ac:picMk id="5" creationId="{76038548-3257-7B98-6BDA-83A27BCF6F68}"/>
          </ac:picMkLst>
        </pc:picChg>
      </pc:sldChg>
      <pc:sldChg chg="modSp add del mod">
        <pc:chgData name="나준우" userId="b09ec5b9-e2e4-4cd5-8219-62a57d5a6679" providerId="ADAL" clId="{7D40305E-A51F-498E-A6D9-053FEF86FABE}" dt="2026-10-10T06:11:02.684" v="1157"/>
        <pc:sldMkLst>
          <pc:docMk/>
          <pc:sldMk cId="4216000098" sldId="275"/>
        </pc:sldMkLst>
        <pc:spChg chg="mod">
          <ac:chgData name="나준우" userId="b09ec5b9-e2e4-4cd5-8219-62a57d5a6679" providerId="ADAL" clId="{7D40305E-A51F-498E-A6D9-053FEF86FABE}" dt="2026-10-10T06:11:02.312" v="1156" actId="1076"/>
          <ac:spMkLst>
            <pc:docMk/>
            <pc:sldMk cId="4216000098" sldId="275"/>
            <ac:spMk id="2" creationId="{74C68C1D-ADF6-151E-D757-AFC9CF60AF62}"/>
          </ac:spMkLst>
        </pc:spChg>
        <pc:spChg chg="mod">
          <ac:chgData name="나준우" userId="b09ec5b9-e2e4-4cd5-8219-62a57d5a6679" providerId="ADAL" clId="{7D40305E-A51F-498E-A6D9-053FEF86FABE}" dt="2026-10-10T06:11:02.312" v="1156" actId="1076"/>
          <ac:spMkLst>
            <pc:docMk/>
            <pc:sldMk cId="4216000098" sldId="275"/>
            <ac:spMk id="3" creationId="{C920F8FD-3A4C-24F9-29DB-BC220FDE6869}"/>
          </ac:spMkLst>
        </pc:spChg>
        <pc:spChg chg="mod">
          <ac:chgData name="나준우" userId="b09ec5b9-e2e4-4cd5-8219-62a57d5a6679" providerId="ADAL" clId="{7D40305E-A51F-498E-A6D9-053FEF86FABE}" dt="2026-10-10T06:11:02.312" v="1156" actId="1076"/>
          <ac:spMkLst>
            <pc:docMk/>
            <pc:sldMk cId="4216000098" sldId="275"/>
            <ac:spMk id="4" creationId="{59BC524F-27FF-23D5-9A6E-6BA4E68BA79E}"/>
          </ac:spMkLst>
        </pc:spChg>
        <pc:spChg chg="mod">
          <ac:chgData name="나준우" userId="b09ec5b9-e2e4-4cd5-8219-62a57d5a6679" providerId="ADAL" clId="{7D40305E-A51F-498E-A6D9-053FEF86FABE}" dt="2026-10-10T06:11:02.312" v="1156" actId="1076"/>
          <ac:spMkLst>
            <pc:docMk/>
            <pc:sldMk cId="4216000098" sldId="275"/>
            <ac:spMk id="5" creationId="{5EF3CCA3-F7AA-80C8-E190-56FD8B15F6E9}"/>
          </ac:spMkLst>
        </pc:spChg>
      </pc:sldChg>
      <pc:sldChg chg="modSp new del mod">
        <pc:chgData name="나준우" userId="b09ec5b9-e2e4-4cd5-8219-62a57d5a6679" providerId="ADAL" clId="{7D40305E-A51F-498E-A6D9-053FEF86FABE}" dt="2026-10-10T08:15:34.123" v="3152" actId="47"/>
        <pc:sldMkLst>
          <pc:docMk/>
          <pc:sldMk cId="3243327555" sldId="276"/>
        </pc:sldMkLst>
        <pc:spChg chg="mod">
          <ac:chgData name="나준우" userId="b09ec5b9-e2e4-4cd5-8219-62a57d5a6679" providerId="ADAL" clId="{7D40305E-A51F-498E-A6D9-053FEF86FABE}" dt="2026-10-10T07:23:50.682" v="2620" actId="20577"/>
          <ac:spMkLst>
            <pc:docMk/>
            <pc:sldMk cId="3243327555" sldId="276"/>
            <ac:spMk id="2" creationId="{69BD8A4C-F7CA-30B7-5782-FC52904FEC88}"/>
          </ac:spMkLst>
        </pc:spChg>
      </pc:sldChg>
      <pc:sldChg chg="modSp new del mod">
        <pc:chgData name="나준우" userId="b09ec5b9-e2e4-4cd5-8219-62a57d5a6679" providerId="ADAL" clId="{7D40305E-A51F-498E-A6D9-053FEF86FABE}" dt="2026-10-10T08:15:07.166" v="3151" actId="47"/>
        <pc:sldMkLst>
          <pc:docMk/>
          <pc:sldMk cId="1331159579" sldId="277"/>
        </pc:sldMkLst>
        <pc:spChg chg="mod">
          <ac:chgData name="나준우" userId="b09ec5b9-e2e4-4cd5-8219-62a57d5a6679" providerId="ADAL" clId="{7D40305E-A51F-498E-A6D9-053FEF86FABE}" dt="2026-10-10T07:57:06.921" v="2899" actId="20577"/>
          <ac:spMkLst>
            <pc:docMk/>
            <pc:sldMk cId="1331159579" sldId="277"/>
            <ac:spMk id="2" creationId="{359E28B0-8FB1-849E-E0AB-84CBA1687F8A}"/>
          </ac:spMkLst>
        </pc:spChg>
      </pc:sldChg>
    </pc:docChg>
  </pc:docChgLst>
  <pc:docChgLst>
    <pc:chgData name="Guest User" userId="S::urn:spo:tenantanon#46d06b87-b588-43e7-9f9b-f4c0af13bfd2::" providerId="AD" clId="Web-{9CD6D455-9296-825B-E43C-7589F8A08ED8}"/>
    <pc:docChg chg="addSld delSld modSld sldOrd">
      <pc:chgData name="Guest User" userId="S::urn:spo:tenantanon#46d06b87-b588-43e7-9f9b-f4c0af13bfd2::" providerId="AD" clId="Web-{9CD6D455-9296-825B-E43C-7589F8A08ED8}" dt="2026-09-20T09:36:20.366" v="403" actId="20577"/>
      <pc:docMkLst>
        <pc:docMk/>
      </pc:docMkLst>
      <pc:sldChg chg="modSp">
        <pc:chgData name="Guest User" userId="S::urn:spo:tenantanon#46d06b87-b588-43e7-9f9b-f4c0af13bfd2::" providerId="AD" clId="Web-{9CD6D455-9296-825B-E43C-7589F8A08ED8}" dt="2026-09-20T09:17:34.678" v="219" actId="20577"/>
        <pc:sldMkLst>
          <pc:docMk/>
          <pc:sldMk cId="761113341" sldId="258"/>
        </pc:sldMkLst>
        <pc:spChg chg="mod">
          <ac:chgData name="Guest User" userId="S::urn:spo:tenantanon#46d06b87-b588-43e7-9f9b-f4c0af13bfd2::" providerId="AD" clId="Web-{9CD6D455-9296-825B-E43C-7589F8A08ED8}" dt="2026-09-20T09:17:34.678" v="219" actId="20577"/>
          <ac:spMkLst>
            <pc:docMk/>
            <pc:sldMk cId="761113341" sldId="258"/>
            <ac:spMk id="2" creationId="{17945975-F7F9-011E-7BB1-C1AED3370FC6}"/>
          </ac:spMkLst>
        </pc:spChg>
      </pc:sldChg>
      <pc:sldChg chg="addSp delSp modSp">
        <pc:chgData name="Guest User" userId="S::urn:spo:tenantanon#46d06b87-b588-43e7-9f9b-f4c0af13bfd2::" providerId="AD" clId="Web-{9CD6D455-9296-825B-E43C-7589F8A08ED8}" dt="2026-09-20T09:27:59.868" v="305" actId="1076"/>
        <pc:sldMkLst>
          <pc:docMk/>
          <pc:sldMk cId="2896583048" sldId="259"/>
        </pc:sldMkLst>
        <pc:spChg chg="mod">
          <ac:chgData name="Guest User" userId="S::urn:spo:tenantanon#46d06b87-b588-43e7-9f9b-f4c0af13bfd2::" providerId="AD" clId="Web-{9CD6D455-9296-825B-E43C-7589F8A08ED8}" dt="2026-09-20T08:42:04.456" v="69" actId="20577"/>
          <ac:spMkLst>
            <pc:docMk/>
            <pc:sldMk cId="2896583048" sldId="259"/>
            <ac:spMk id="2" creationId="{0134B9E6-2CAC-B826-829D-E2B83AAC7107}"/>
          </ac:spMkLst>
        </pc:spChg>
        <pc:picChg chg="add mod ord">
          <ac:chgData name="Guest User" userId="S::urn:spo:tenantanon#46d06b87-b588-43e7-9f9b-f4c0af13bfd2::" providerId="AD" clId="Web-{9CD6D455-9296-825B-E43C-7589F8A08ED8}" dt="2026-09-20T09:27:59.868" v="305" actId="1076"/>
          <ac:picMkLst>
            <pc:docMk/>
            <pc:sldMk cId="2896583048" sldId="259"/>
            <ac:picMk id="4" creationId="{AD381265-D1E8-1F72-19AF-688C474F1109}"/>
          </ac:picMkLst>
        </pc:picChg>
      </pc:sldChg>
      <pc:sldChg chg="modSp">
        <pc:chgData name="Guest User" userId="S::urn:spo:tenantanon#46d06b87-b588-43e7-9f9b-f4c0af13bfd2::" providerId="AD" clId="Web-{9CD6D455-9296-825B-E43C-7589F8A08ED8}" dt="2026-09-20T09:36:20.366" v="403" actId="20577"/>
        <pc:sldMkLst>
          <pc:docMk/>
          <pc:sldMk cId="1965953177" sldId="260"/>
        </pc:sldMkLst>
        <pc:spChg chg="mod">
          <ac:chgData name="Guest User" userId="S::urn:spo:tenantanon#46d06b87-b588-43e7-9f9b-f4c0af13bfd2::" providerId="AD" clId="Web-{9CD6D455-9296-825B-E43C-7589F8A08ED8}" dt="2026-09-20T08:44:20.179" v="75" actId="20577"/>
          <ac:spMkLst>
            <pc:docMk/>
            <pc:sldMk cId="1965953177" sldId="260"/>
            <ac:spMk id="2" creationId="{424EEA10-1C7B-CCDC-B28B-0E406DD2048E}"/>
          </ac:spMkLst>
        </pc:spChg>
        <pc:spChg chg="mod">
          <ac:chgData name="Guest User" userId="S::urn:spo:tenantanon#46d06b87-b588-43e7-9f9b-f4c0af13bfd2::" providerId="AD" clId="Web-{9CD6D455-9296-825B-E43C-7589F8A08ED8}" dt="2026-09-20T09:36:20.366" v="403" actId="20577"/>
          <ac:spMkLst>
            <pc:docMk/>
            <pc:sldMk cId="1965953177" sldId="260"/>
            <ac:spMk id="3" creationId="{6F28C9C6-B0BC-FA99-A2CD-46799A155D80}"/>
          </ac:spMkLst>
        </pc:spChg>
      </pc:sldChg>
      <pc:sldChg chg="modSp new ord">
        <pc:chgData name="Guest User" userId="S::urn:spo:tenantanon#46d06b87-b588-43e7-9f9b-f4c0af13bfd2::" providerId="AD" clId="Web-{9CD6D455-9296-825B-E43C-7589F8A08ED8}" dt="2026-09-20T09:34:21.035" v="392"/>
        <pc:sldMkLst>
          <pc:docMk/>
          <pc:sldMk cId="3527987860" sldId="261"/>
        </pc:sldMkLst>
        <pc:spChg chg="mod">
          <ac:chgData name="Guest User" userId="S::urn:spo:tenantanon#46d06b87-b588-43e7-9f9b-f4c0af13bfd2::" providerId="AD" clId="Web-{9CD6D455-9296-825B-E43C-7589F8A08ED8}" dt="2026-09-20T08:49:11.859" v="88" actId="20577"/>
          <ac:spMkLst>
            <pc:docMk/>
            <pc:sldMk cId="3527987860" sldId="261"/>
            <ac:spMk id="2" creationId="{67027942-F2CF-DA33-E49C-A28CA18954E7}"/>
          </ac:spMkLst>
        </pc:spChg>
        <pc:spChg chg="mod">
          <ac:chgData name="Guest User" userId="S::urn:spo:tenantanon#46d06b87-b588-43e7-9f9b-f4c0af13bfd2::" providerId="AD" clId="Web-{9CD6D455-9296-825B-E43C-7589F8A08ED8}" dt="2026-09-20T09:15:36.941" v="218" actId="20577"/>
          <ac:spMkLst>
            <pc:docMk/>
            <pc:sldMk cId="3527987860" sldId="261"/>
            <ac:spMk id="3" creationId="{1FF4275E-8998-4065-12E0-367359A5912D}"/>
          </ac:spMkLst>
        </pc:spChg>
      </pc:sldChg>
      <pc:sldChg chg="modSp new">
        <pc:chgData name="Guest User" userId="S::urn:spo:tenantanon#46d06b87-b588-43e7-9f9b-f4c0af13bfd2::" providerId="AD" clId="Web-{9CD6D455-9296-825B-E43C-7589F8A08ED8}" dt="2026-09-20T09:00:51.520" v="181" actId="20577"/>
        <pc:sldMkLst>
          <pc:docMk/>
          <pc:sldMk cId="3162252546" sldId="264"/>
        </pc:sldMkLst>
        <pc:spChg chg="mod">
          <ac:chgData name="Guest User" userId="S::urn:spo:tenantanon#46d06b87-b588-43e7-9f9b-f4c0af13bfd2::" providerId="AD" clId="Web-{9CD6D455-9296-825B-E43C-7589F8A08ED8}" dt="2026-09-20T08:54:11.883" v="136" actId="20577"/>
          <ac:spMkLst>
            <pc:docMk/>
            <pc:sldMk cId="3162252546" sldId="264"/>
            <ac:spMk id="2" creationId="{4ACFB2D3-09E6-5CE3-DA53-6700CD3A6905}"/>
          </ac:spMkLst>
        </pc:spChg>
        <pc:spChg chg="mod">
          <ac:chgData name="Guest User" userId="S::urn:spo:tenantanon#46d06b87-b588-43e7-9f9b-f4c0af13bfd2::" providerId="AD" clId="Web-{9CD6D455-9296-825B-E43C-7589F8A08ED8}" dt="2026-09-20T09:00:51.520" v="181" actId="20577"/>
          <ac:spMkLst>
            <pc:docMk/>
            <pc:sldMk cId="3162252546" sldId="264"/>
            <ac:spMk id="3" creationId="{2EA02378-AF48-9F2C-CF22-99D82F97BB6A}"/>
          </ac:spMkLst>
        </pc:spChg>
      </pc:sldChg>
      <pc:sldChg chg="modSp new">
        <pc:chgData name="Guest User" userId="S::urn:spo:tenantanon#46d06b87-b588-43e7-9f9b-f4c0af13bfd2::" providerId="AD" clId="Web-{9CD6D455-9296-825B-E43C-7589F8A08ED8}" dt="2026-09-20T09:19:40.401" v="259" actId="20577"/>
        <pc:sldMkLst>
          <pc:docMk/>
          <pc:sldMk cId="323683019" sldId="265"/>
        </pc:sldMkLst>
        <pc:spChg chg="mod">
          <ac:chgData name="Guest User" userId="S::urn:spo:tenantanon#46d06b87-b588-43e7-9f9b-f4c0af13bfd2::" providerId="AD" clId="Web-{9CD6D455-9296-825B-E43C-7589F8A08ED8}" dt="2026-09-20T09:19:40.401" v="259" actId="20577"/>
          <ac:spMkLst>
            <pc:docMk/>
            <pc:sldMk cId="323683019" sldId="265"/>
            <ac:spMk id="2" creationId="{81544500-F2BB-8D2D-DDA3-C1B522793F02}"/>
          </ac:spMkLst>
        </pc:spChg>
      </pc:sldChg>
    </pc:docChg>
  </pc:docChgLst>
  <pc:docChgLst>
    <pc:chgData name="게스트 사용자" userId="S::urn:spo:tenantanon#46d06b87-b588-43e7-9f9b-f4c0af13bfd2::" providerId="AD" clId="Web-{2F455D8E-2783-F9CE-D6B1-9A4AD192D50B}"/>
    <pc:docChg chg="addSld delSld modSld">
      <pc:chgData name="게스트 사용자" userId="S::urn:spo:tenantanon#46d06b87-b588-43e7-9f9b-f4c0af13bfd2::" providerId="AD" clId="Web-{2F455D8E-2783-F9CE-D6B1-9A4AD192D50B}" dt="2026-09-21T12:56:14.064" v="36"/>
      <pc:docMkLst>
        <pc:docMk/>
      </pc:docMkLst>
      <pc:sldChg chg="modSp new">
        <pc:chgData name="게스트 사용자" userId="S::urn:spo:tenantanon#46d06b87-b588-43e7-9f9b-f4c0af13bfd2::" providerId="AD" clId="Web-{2F455D8E-2783-F9CE-D6B1-9A4AD192D50B}" dt="2026-09-21T12:53:13.528" v="17" actId="20577"/>
        <pc:sldMkLst>
          <pc:docMk/>
          <pc:sldMk cId="3379646229" sldId="270"/>
        </pc:sldMkLst>
        <pc:spChg chg="mod">
          <ac:chgData name="게스트 사용자" userId="S::urn:spo:tenantanon#46d06b87-b588-43e7-9f9b-f4c0af13bfd2::" providerId="AD" clId="Web-{2F455D8E-2783-F9CE-D6B1-9A4AD192D50B}" dt="2026-09-21T12:38:53.300" v="5" actId="20577"/>
          <ac:spMkLst>
            <pc:docMk/>
            <pc:sldMk cId="3379646229" sldId="270"/>
            <ac:spMk id="2" creationId="{85491CC3-B256-7BFF-2B8C-4620B965721F}"/>
          </ac:spMkLst>
        </pc:spChg>
        <pc:spChg chg="mod">
          <ac:chgData name="게스트 사용자" userId="S::urn:spo:tenantanon#46d06b87-b588-43e7-9f9b-f4c0af13bfd2::" providerId="AD" clId="Web-{2F455D8E-2783-F9CE-D6B1-9A4AD192D50B}" dt="2026-09-21T12:53:13.528" v="17" actId="20577"/>
          <ac:spMkLst>
            <pc:docMk/>
            <pc:sldMk cId="3379646229" sldId="270"/>
            <ac:spMk id="3" creationId="{68F6429C-D77A-E1D0-3D32-D19844AFAC3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811AB3-846B-4034-0B11-3BE282BEF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257AD6-8F1C-2731-C2BF-52B56CC93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64499F-FBD6-9F34-005F-EECDFADAD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F7B1-5851-854A-B94C-FA250EE31DF9}" type="datetimeFigureOut">
              <a:rPr kumimoji="1" lang="ko-KR" altLang="en-US" smtClean="0"/>
              <a:t>2026-10-10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5D535B-9147-315F-0F1F-C58FB39B9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277E15-6D54-1CAC-040C-7D415A807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BB35-50DC-9B47-8B98-FC6194DE9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012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7555E-2432-181C-874C-9C603CB13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B75C35-A72A-5F82-23AA-F94F8CB9F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72D46C-449F-EC26-47EF-FA3634A6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F7B1-5851-854A-B94C-FA250EE31DF9}" type="datetimeFigureOut">
              <a:rPr kumimoji="1" lang="ko-KR" altLang="en-US" smtClean="0"/>
              <a:t>2026-10-10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1AF396-BA6A-C9DA-FF29-C22041B35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4ADC3F-36F5-BA96-3019-E8CD0D503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BB35-50DC-9B47-8B98-FC6194DE9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5755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71D75E-5C13-2DE9-B07B-1B07AE55B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D3A294-EBD6-C01C-51ED-DF9DB7EC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2525AE-C637-DCDC-F65A-791D26DA6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F7B1-5851-854A-B94C-FA250EE31DF9}" type="datetimeFigureOut">
              <a:rPr kumimoji="1" lang="ko-KR" altLang="en-US" smtClean="0"/>
              <a:t>2026-10-10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9A618B-14FF-09C6-3BB9-C00FD182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04C51D-6C17-7F24-C309-65A536EEE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BB35-50DC-9B47-8B98-FC6194DE9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17847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AEE898-57B9-55ED-C609-A50E86F0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88F536-4CFE-CE48-B581-6A0DC86D7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CF9A38-4DBF-F440-ABD3-F834DB2DA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4E636C-7ADC-21D3-43FE-DC0840402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F7B1-5851-854A-B94C-FA250EE31DF9}" type="datetimeFigureOut">
              <a:rPr kumimoji="1" lang="ko-KR" altLang="en-US" smtClean="0"/>
              <a:t>2026-10-10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10713D-6543-56A9-2165-2FA878939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89D1B4-D9C3-030D-C5B4-B32B7F982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BB35-50DC-9B47-8B98-FC6194DE9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89699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CA9FD8-98AD-E767-F04E-C80E6953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D78AA2-82BB-AE74-652D-BF2E26833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D1B4A5-1D3E-5337-3015-4056C9ADA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28230C5-7E1D-36D5-A9D3-68892C4E55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64595D-4E70-783E-9DD6-F70E4D486E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DF99CB3-064D-8F81-342C-6AD850E17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F7B1-5851-854A-B94C-FA250EE31DF9}" type="datetimeFigureOut">
              <a:rPr kumimoji="1" lang="ko-KR" altLang="en-US" smtClean="0"/>
              <a:t>2026-10-10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37B37E-738E-99C8-16D8-62D6496F3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B98227B-15FB-36F2-5632-518446BE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BB35-50DC-9B47-8B98-FC6194DE9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7496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A6E9C8-5C4A-DB97-2210-2D28BCE07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DE4671-5B76-ED3D-EB0C-2FC21B249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F7B1-5851-854A-B94C-FA250EE31DF9}" type="datetimeFigureOut">
              <a:rPr kumimoji="1" lang="ko-KR" altLang="en-US" smtClean="0"/>
              <a:t>2026-10-10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C7297D4-E3A7-1CFA-6976-D0E2E33C5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A9E041-6EE0-CC77-D57B-59A7B1C82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BB35-50DC-9B47-8B98-FC6194DE9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78830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7DE7FF5-F9A2-1523-EEC3-F758BF3C9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F7B1-5851-854A-B94C-FA250EE31DF9}" type="datetimeFigureOut">
              <a:rPr kumimoji="1" lang="ko-KR" altLang="en-US" smtClean="0"/>
              <a:t>2026-10-10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1DFB810-0B2A-352E-E07F-3012217A7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26B133-5C2F-EF44-7A1D-68E1BC99A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BB35-50DC-9B47-8B98-FC6194DE9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14231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B81E4B-4634-8912-355A-824DB133A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090EED-DAFB-D27B-DF41-DB9225FB0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A9FEBD-163F-466F-A864-EA9D970944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9C3BE3-3A72-94E1-5A7F-672183BE1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F7B1-5851-854A-B94C-FA250EE31DF9}" type="datetimeFigureOut">
              <a:rPr kumimoji="1" lang="ko-KR" altLang="en-US" smtClean="0"/>
              <a:t>2026-10-10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583E4D-6397-CE8F-9880-DB2A6856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99CD5B-758E-B33E-C37E-3E24C1A5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BB35-50DC-9B47-8B98-FC6194DE9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73212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757005-9930-855B-B9E1-EC215FF5C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E0DAABF-CA60-2C49-DA55-EF9C0AF85A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4928F4-B5AC-F011-9848-CB003DD22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7930F8-FF7E-7A38-9030-C3331EBD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F7B1-5851-854A-B94C-FA250EE31DF9}" type="datetimeFigureOut">
              <a:rPr kumimoji="1" lang="ko-KR" altLang="en-US" smtClean="0"/>
              <a:t>2026-10-10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668591-8C63-7166-2897-A49B456E7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13EB8D-AADF-DCDB-612F-29E0D8DC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BB35-50DC-9B47-8B98-FC6194DE9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531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97EEC-4A18-7459-3CD5-D80B828DC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021EE2-1922-3F6D-C512-34C48C24A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04D14E-2FF4-5F52-998F-C58C1D992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F7B1-5851-854A-B94C-FA250EE31DF9}" type="datetimeFigureOut">
              <a:rPr kumimoji="1" lang="ko-KR" altLang="en-US" smtClean="0"/>
              <a:t>2026-10-10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5B0A4A-80F6-5673-187D-580B85577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80B8C3-41E0-453D-6B66-74F74A6D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BB35-50DC-9B47-8B98-FC6194DE9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02136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AF856ED-815E-7B34-110F-2718D0ADC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A15589-5DF5-DB98-4E66-99707F6C0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800B51-BA6A-97B6-9A51-73B90E309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F7B1-5851-854A-B94C-FA250EE31DF9}" type="datetimeFigureOut">
              <a:rPr kumimoji="1" lang="ko-KR" altLang="en-US" smtClean="0"/>
              <a:t>2026-10-10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151277-F78C-513E-868F-0312DFD36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6BB7DE-E4BE-E98E-35B8-E6EF86CBA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BB35-50DC-9B47-8B98-FC6194DE9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73243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5B0677A-901C-905B-7BD2-FA4230A42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24241A-0748-0CC4-8BC7-528D910B4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BD95B0-AE88-6A78-0172-34CBB0B28C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31F7B1-5851-854A-B94C-FA250EE31DF9}" type="datetimeFigureOut">
              <a:rPr kumimoji="1" lang="ko-KR" altLang="en-US" smtClean="0"/>
              <a:t>2026-10-10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9DAA87-0346-BB88-F790-353346ECE7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7FB4FA-CB24-32D8-6F04-D37A35058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EFBB35-50DC-9B47-8B98-FC6194DE9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4993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45975-F7F9-011E-7BB1-C1AED3370F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135" y="1122363"/>
            <a:ext cx="10173729" cy="2387600"/>
          </a:xfrm>
        </p:spPr>
        <p:txBody>
          <a:bodyPr>
            <a:normAutofit/>
          </a:bodyPr>
          <a:lstStyle/>
          <a:p>
            <a:r>
              <a:rPr lang="ko-KR" altLang="en-US" sz="7000" dirty="0">
                <a:ea typeface="맑은 고딕"/>
              </a:rPr>
              <a:t>그네를 신나게 타는 방법</a:t>
            </a:r>
            <a:br>
              <a:rPr lang="ko-KR" altLang="en-US" sz="6500" dirty="0">
                <a:ea typeface="맑은 고딕"/>
              </a:rPr>
            </a:br>
            <a:br>
              <a:rPr lang="ko-KR" altLang="en-US" dirty="0">
                <a:ea typeface="맑은 고딕"/>
              </a:rPr>
            </a:br>
            <a:r>
              <a:rPr lang="ko-KR" altLang="en-US" sz="3000" dirty="0">
                <a:ea typeface="맑은 고딕"/>
              </a:rPr>
              <a:t>- </a:t>
            </a:r>
            <a:r>
              <a:rPr lang="ko-KR" altLang="en-US" sz="3000" dirty="0" err="1">
                <a:ea typeface="맑은 고딕"/>
              </a:rPr>
              <a:t>펌핑</a:t>
            </a:r>
            <a:r>
              <a:rPr lang="ko-KR" altLang="en-US" sz="3000" dirty="0">
                <a:ea typeface="맑은 고딕"/>
              </a:rPr>
              <a:t> 타이밍에 대한 역학적 에너지 증가 분석</a:t>
            </a:r>
            <a:endParaRPr lang="en-US" altLang="ko-K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8906B6-8B82-96DB-A8EA-8572D1C33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07878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>
                <a:ea typeface="맑은 고딕"/>
              </a:rPr>
              <a:t>1104 </a:t>
            </a:r>
            <a:r>
              <a:rPr lang="ko-KR" altLang="en-US" err="1">
                <a:ea typeface="맑은 고딕"/>
              </a:rPr>
              <a:t>김채민</a:t>
            </a:r>
            <a:r>
              <a:rPr lang="en-US">
                <a:ea typeface="맑은 고딕"/>
              </a:rPr>
              <a:t>, 1105 </a:t>
            </a:r>
            <a:r>
              <a:rPr lang="ko-KR" altLang="en-US" err="1">
                <a:ea typeface="맑은 고딕"/>
              </a:rPr>
              <a:t>나준우</a:t>
            </a:r>
            <a:r>
              <a:rPr lang="ko-KR" altLang="en-US">
                <a:ea typeface="맑은 고딕"/>
              </a:rPr>
              <a:t>  </a:t>
            </a:r>
            <a:endParaRPr lang="ko-KR" altLang="en-US" sz="960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61113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7EA4A-9331-2D42-3387-BCD9389DE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>
                <a:latin typeface="GyeonggiTitle Medium" panose="02020603020101020101" pitchFamily="18" charset="-127"/>
                <a:ea typeface="GyeonggiTitle Medium" panose="02020603020101020101" pitchFamily="18" charset="-127"/>
              </a:rPr>
              <a:t>우리가 평소에 그네를 타는 원리가 </a:t>
            </a:r>
            <a:r>
              <a:rPr kumimoji="1" lang="ko-KR" altLang="en-US" dirty="0" err="1">
                <a:latin typeface="GyeonggiTitle Medium" panose="02020603020101020101" pitchFamily="18" charset="-127"/>
                <a:ea typeface="GyeonggiTitle Medium" panose="02020603020101020101" pitchFamily="18" charset="-127"/>
              </a:rPr>
              <a:t>뭘까</a:t>
            </a:r>
            <a:r>
              <a:rPr kumimoji="1" lang="en-US" altLang="ko-KR" dirty="0">
                <a:latin typeface="GyeonggiTitle Medium" panose="02020603020101020101" pitchFamily="18" charset="-127"/>
                <a:ea typeface="GyeonggiTitle Medium" panose="02020603020101020101" pitchFamily="18" charset="-127"/>
              </a:rPr>
              <a:t>?</a:t>
            </a:r>
            <a:endParaRPr kumimoji="1" lang="ko-KR" altLang="en-US" dirty="0">
              <a:latin typeface="GyeonggiTitle Medium" panose="02020603020101020101" pitchFamily="18" charset="-127"/>
              <a:ea typeface="GyeonggiTitle Medium" panose="0202060302010102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3F509F-038A-6682-F250-F42D9C923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kumimoji="1" lang="ko-KR" altLang="en-US" dirty="0">
                <a:latin typeface="GyeonggiTitle Medium" panose="02020603020101020101" pitchFamily="18" charset="-127"/>
                <a:ea typeface="GyeonggiTitle Medium" panose="02020603020101020101" pitchFamily="18" charset="-127"/>
              </a:rPr>
              <a:t>철봉이 일을 하며 철봉이 차가워진다</a:t>
            </a:r>
            <a:r>
              <a:rPr kumimoji="1" lang="en-US" altLang="ko-KR" dirty="0">
                <a:latin typeface="GyeonggiTitle Medium" panose="02020603020101020101" pitchFamily="18" charset="-127"/>
                <a:ea typeface="GyeonggiTitle Medium" panose="02020603020101020101" pitchFamily="18" charset="-127"/>
              </a:rPr>
              <a:t>.</a:t>
            </a:r>
          </a:p>
          <a:p>
            <a:pPr marL="514350" indent="-514350">
              <a:buAutoNum type="arabicPeriod"/>
            </a:pPr>
            <a:endParaRPr kumimoji="1" lang="en-US" altLang="ko-KR" dirty="0">
              <a:latin typeface="GyeonggiTitle Medium" panose="02020603020101020101" pitchFamily="18" charset="-127"/>
              <a:ea typeface="GyeonggiTitle Medium" panose="02020603020101020101" pitchFamily="18" charset="-127"/>
            </a:endParaRPr>
          </a:p>
          <a:p>
            <a:pPr marL="514350" indent="-514350">
              <a:buAutoNum type="arabicPeriod"/>
            </a:pPr>
            <a:r>
              <a:rPr kumimoji="1" lang="ko-KR" altLang="en-US" dirty="0">
                <a:latin typeface="GyeonggiTitle Medium" panose="02020603020101020101" pitchFamily="18" charset="-127"/>
                <a:ea typeface="GyeonggiTitle Medium" panose="02020603020101020101" pitchFamily="18" charset="-127"/>
              </a:rPr>
              <a:t>그넷줄이 일을 하며 그넷줄이 차가워진다</a:t>
            </a:r>
            <a:r>
              <a:rPr kumimoji="1" lang="en-US" altLang="ko-KR" dirty="0">
                <a:latin typeface="GyeonggiTitle Medium" panose="02020603020101020101" pitchFamily="18" charset="-127"/>
                <a:ea typeface="GyeonggiTitle Medium" panose="02020603020101020101" pitchFamily="18" charset="-127"/>
              </a:rPr>
              <a:t>.</a:t>
            </a:r>
          </a:p>
          <a:p>
            <a:pPr marL="514350" indent="-514350">
              <a:buAutoNum type="arabicPeriod"/>
            </a:pPr>
            <a:endParaRPr kumimoji="1" lang="en-US" altLang="ko-KR" dirty="0">
              <a:latin typeface="GyeonggiTitle Medium" panose="02020603020101020101" pitchFamily="18" charset="-127"/>
              <a:ea typeface="GyeonggiTitle Medium" panose="02020603020101020101" pitchFamily="18" charset="-127"/>
            </a:endParaRPr>
          </a:p>
          <a:p>
            <a:pPr marL="514350" indent="-514350">
              <a:buAutoNum type="arabicPeriod"/>
            </a:pPr>
            <a:r>
              <a:rPr kumimoji="1" lang="ko-KR" altLang="en-US" dirty="0">
                <a:latin typeface="GyeonggiTitle Medium" panose="02020603020101020101" pitchFamily="18" charset="-127"/>
                <a:ea typeface="GyeonggiTitle Medium" panose="02020603020101020101" pitchFamily="18" charset="-127"/>
              </a:rPr>
              <a:t>그네를 타는 사람의 질량이 감소하며 질량에너지가 운동에너지로 전환된다</a:t>
            </a:r>
            <a:r>
              <a:rPr kumimoji="1" lang="en-US" altLang="ko-KR" dirty="0">
                <a:latin typeface="GyeonggiTitle Medium" panose="02020603020101020101" pitchFamily="18" charset="-127"/>
                <a:ea typeface="GyeonggiTitle Medium" panose="02020603020101020101" pitchFamily="18" charset="-127"/>
              </a:rPr>
              <a:t>.</a:t>
            </a:r>
          </a:p>
          <a:p>
            <a:pPr marL="514350" indent="-514350">
              <a:buAutoNum type="arabicPeriod"/>
            </a:pPr>
            <a:endParaRPr kumimoji="1" lang="en-US" altLang="ko-KR" dirty="0">
              <a:latin typeface="GyeonggiTitle Medium" panose="02020603020101020101" pitchFamily="18" charset="-127"/>
              <a:ea typeface="GyeonggiTitle Medium" panose="02020603020101020101" pitchFamily="18" charset="-127"/>
            </a:endParaRPr>
          </a:p>
          <a:p>
            <a:pPr marL="514350" indent="-514350">
              <a:buAutoNum type="arabicPeriod"/>
            </a:pPr>
            <a:r>
              <a:rPr kumimoji="1" lang="ko-KR" altLang="en-US" dirty="0">
                <a:latin typeface="GyeonggiTitle Medium" panose="02020603020101020101" pitchFamily="18" charset="-127"/>
                <a:ea typeface="GyeonggiTitle Medium" panose="02020603020101020101" pitchFamily="18" charset="-127"/>
              </a:rPr>
              <a:t>바람이 이리저리 불며 일을 한다</a:t>
            </a:r>
            <a:r>
              <a:rPr kumimoji="1" lang="en-US" altLang="ko-KR" dirty="0">
                <a:latin typeface="GyeonggiTitle Medium" panose="02020603020101020101" pitchFamily="18" charset="-127"/>
                <a:ea typeface="GyeonggiTitle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3934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4B9E6-2CAC-B826-829D-E2B83AAC7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315"/>
            <a:ext cx="10515600" cy="1325563"/>
          </a:xfrm>
        </p:spPr>
        <p:txBody>
          <a:bodyPr/>
          <a:lstStyle/>
          <a:p>
            <a:r>
              <a:rPr lang="ko-KR" altLang="en-US" dirty="0">
                <a:highlight>
                  <a:srgbClr val="FFFFFF"/>
                </a:highlight>
                <a:ea typeface="맑은 고딕"/>
              </a:rPr>
              <a:t>진자 운동과의 차이</a:t>
            </a:r>
          </a:p>
        </p:txBody>
      </p:sp>
      <p:pic>
        <p:nvPicPr>
          <p:cNvPr id="4" name="Content Placeholder 3" descr="조금은 느리게 살자: 타원적분에 대한 검색결과">
            <a:extLst>
              <a:ext uri="{FF2B5EF4-FFF2-40B4-BE49-F238E27FC236}">
                <a16:creationId xmlns:a16="http://schemas.microsoft.com/office/drawing/2014/main" id="{AD381265-D1E8-1F72-19AF-688C474F11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240" y="1462515"/>
            <a:ext cx="3543214" cy="33225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Equation_fixedenergy" descr="\mathcal E=\frac12m\ell_0^2\dot\theta^{\,2}+mg\ell_0(1-\cos\theta)">
                <a:extLst>
                  <a:ext uri="{FF2B5EF4-FFF2-40B4-BE49-F238E27FC236}">
                    <a16:creationId xmlns:a16="http://schemas.microsoft.com/office/drawing/2014/main" id="{C74C9564-6A70-18DB-ADFF-D0F4F57209CB}"/>
                  </a:ext>
                </a:extLst>
              </p:cNvPr>
              <p:cNvSpPr txBox="1"/>
              <p:nvPr/>
            </p:nvSpPr>
            <p:spPr>
              <a:xfrm>
                <a:off x="300349" y="4815609"/>
                <a:ext cx="4515349" cy="66261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marL="0" indent="0" algn="ctr">
                  <a:defRPr sz="25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2300" b="0" i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sz="23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3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3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3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sz="2300">
                          <a:latin typeface="Cambria Math" panose="02040503050406030204" pitchFamily="18" charset="0"/>
                        </a:rPr>
                        <m:t>𝑚</m:t>
                      </m:r>
                      <m:sSubSup>
                        <m:sSubSupPr>
                          <m:ctrlPr>
                            <a:rPr lang="ar-AE" sz="23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ar-AE" sz="2300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ar-AE" sz="23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sz="23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ar-AE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ar-AE" sz="230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3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p>
                          <m:r>
                            <a:rPr lang="ar-AE" sz="2300">
                              <a:latin typeface="Cambria Math" panose="02040503050406030204" pitchFamily="18" charset="0"/>
                            </a:rPr>
                            <m:t> 2</m:t>
                          </m:r>
                        </m:sup>
                      </m:sSup>
                      <m:r>
                        <a:rPr lang="ar-AE" sz="23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300">
                          <a:latin typeface="Cambria Math" panose="02040503050406030204" pitchFamily="18" charset="0"/>
                        </a:rPr>
                        <m:t>𝑚𝑔</m:t>
                      </m:r>
                      <m:sSub>
                        <m:sSubPr>
                          <m:ctrlPr>
                            <a:rPr lang="ar-AE" sz="23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sz="2300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ar-AE" sz="23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ar-AE" sz="23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30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n-US" sz="230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230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2300" dirty="0">
                  <a:latin typeface="GyeonggiTitle Medium" panose="02020603020101020101" pitchFamily="18" charset="-127"/>
                  <a:ea typeface="GyeonggiTitle Medium" panose="02020603020101020101" pitchFamily="18" charset="-127"/>
                </a:endParaRPr>
              </a:p>
            </p:txBody>
          </p:sp>
        </mc:Choice>
        <mc:Fallback>
          <p:sp>
            <p:nvSpPr>
              <p:cNvPr id="6" name="Equation_fixedenergy" descr="\mathcal E=\frac12m\ell_0^2\dot\theta^{\,2}+mg\ell_0(1-\cos\theta)">
                <a:extLst>
                  <a:ext uri="{FF2B5EF4-FFF2-40B4-BE49-F238E27FC236}">
                    <a16:creationId xmlns:a16="http://schemas.microsoft.com/office/drawing/2014/main" id="{C74C9564-6A70-18DB-ADFF-D0F4F5720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49" y="4815609"/>
                <a:ext cx="4515349" cy="6626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B199E1B-BA07-FD62-8E84-F17B6C6DE3E0}"/>
              </a:ext>
            </a:extLst>
          </p:cNvPr>
          <p:cNvSpPr txBox="1"/>
          <p:nvPr/>
        </p:nvSpPr>
        <p:spPr>
          <a:xfrm>
            <a:off x="249212" y="5683801"/>
            <a:ext cx="467898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>
                <a:latin typeface="ADLaM Display" panose="02010000000000000000" pitchFamily="2" charset="0"/>
                <a:ea typeface="HY헤드라인M" panose="02030600000101010101" pitchFamily="18" charset="-127"/>
                <a:cs typeface="ADLaM Display" panose="02010000000000000000" pitchFamily="2" charset="0"/>
              </a:rPr>
              <a:t>진폭이 커지려면 추가 에너지 전달 필요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248D73BA-EB24-64CC-11BF-D8A51D1386D4}"/>
              </a:ext>
            </a:extLst>
          </p:cNvPr>
          <p:cNvCxnSpPr>
            <a:cxnSpLocks/>
            <a:stCxn id="9" idx="3"/>
            <a:endCxn id="16" idx="1"/>
          </p:cNvCxnSpPr>
          <p:nvPr/>
        </p:nvCxnSpPr>
        <p:spPr>
          <a:xfrm>
            <a:off x="4928201" y="6083911"/>
            <a:ext cx="1429640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C3071B5-F199-8567-8E7C-FDB165C0A249}"/>
              </a:ext>
            </a:extLst>
          </p:cNvPr>
          <p:cNvSpPr txBox="1"/>
          <p:nvPr/>
        </p:nvSpPr>
        <p:spPr>
          <a:xfrm>
            <a:off x="5038406" y="571457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그래서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CCAFE4-5C94-8479-7D56-E61D0E8BE5BE}"/>
              </a:ext>
            </a:extLst>
          </p:cNvPr>
          <p:cNvSpPr txBox="1"/>
          <p:nvPr/>
        </p:nvSpPr>
        <p:spPr>
          <a:xfrm>
            <a:off x="6357841" y="5622246"/>
            <a:ext cx="45704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700" dirty="0">
                <a:solidFill>
                  <a:schemeClr val="accent3">
                    <a:lumMod val="60000"/>
                    <a:lumOff val="40000"/>
                  </a:schemeClr>
                </a:solidFill>
                <a:highlight>
                  <a:srgbClr val="FFFF00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rPr>
              <a:t>근육에 저장된 내부에너지가</a:t>
            </a:r>
            <a:endParaRPr lang="en-US" altLang="ko-KR" sz="2700" dirty="0">
              <a:solidFill>
                <a:schemeClr val="accent3">
                  <a:lumMod val="60000"/>
                  <a:lumOff val="40000"/>
                </a:schemeClr>
              </a:solidFill>
              <a:highlight>
                <a:srgbClr val="FFFF00"/>
              </a:highlight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ko-KR" altLang="en-US" sz="2700" dirty="0">
                <a:solidFill>
                  <a:schemeClr val="accent3">
                    <a:lumMod val="60000"/>
                    <a:lumOff val="40000"/>
                  </a:schemeClr>
                </a:solidFill>
                <a:highlight>
                  <a:srgbClr val="FFFF00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rPr>
              <a:t>그 역할을 함</a:t>
            </a:r>
            <a:r>
              <a:rPr lang="en-US" altLang="ko-KR" sz="2700" dirty="0">
                <a:solidFill>
                  <a:schemeClr val="accent3">
                    <a:lumMod val="60000"/>
                    <a:lumOff val="40000"/>
                  </a:schemeClr>
                </a:solidFill>
                <a:highlight>
                  <a:srgbClr val="FFFF00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rPr>
              <a:t>!</a:t>
            </a:r>
            <a:endParaRPr lang="ko-KR" altLang="en-US" sz="2700" dirty="0">
              <a:solidFill>
                <a:schemeClr val="accent3">
                  <a:lumMod val="60000"/>
                  <a:lumOff val="40000"/>
                </a:schemeClr>
              </a:solidFill>
              <a:highlight>
                <a:srgbClr val="FFFF00"/>
              </a:highlight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18" name="Connector 13">
            <a:extLst>
              <a:ext uri="{FF2B5EF4-FFF2-40B4-BE49-F238E27FC236}">
                <a16:creationId xmlns:a16="http://schemas.microsoft.com/office/drawing/2014/main" id="{5EC2D0FA-B83F-14EC-6C9A-651A4B2CF4F2}"/>
              </a:ext>
            </a:extLst>
          </p:cNvPr>
          <p:cNvCxnSpPr/>
          <p:nvPr/>
        </p:nvCxnSpPr>
        <p:spPr>
          <a:xfrm>
            <a:off x="9762744" y="1791282"/>
            <a:ext cx="0" cy="2880360"/>
          </a:xfrm>
          <a:prstGeom prst="line">
            <a:avLst/>
          </a:prstGeom>
          <a:ln w="15240">
            <a:solidFill>
              <a:srgbClr val="62708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4">
            <a:extLst>
              <a:ext uri="{FF2B5EF4-FFF2-40B4-BE49-F238E27FC236}">
                <a16:creationId xmlns:a16="http://schemas.microsoft.com/office/drawing/2014/main" id="{B123026F-1D75-963C-82F3-94BC6EB31F12}"/>
              </a:ext>
            </a:extLst>
          </p:cNvPr>
          <p:cNvCxnSpPr/>
          <p:nvPr/>
        </p:nvCxnSpPr>
        <p:spPr>
          <a:xfrm>
            <a:off x="9762744" y="1791282"/>
            <a:ext cx="1133856" cy="2286000"/>
          </a:xfrm>
          <a:prstGeom prst="line">
            <a:avLst/>
          </a:prstGeom>
          <a:ln w="30480">
            <a:solidFill>
              <a:srgbClr val="182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5">
            <a:extLst>
              <a:ext uri="{FF2B5EF4-FFF2-40B4-BE49-F238E27FC236}">
                <a16:creationId xmlns:a16="http://schemas.microsoft.com/office/drawing/2014/main" id="{BC46A899-6CFB-388C-5B25-8194D168CAA0}"/>
              </a:ext>
            </a:extLst>
          </p:cNvPr>
          <p:cNvSpPr/>
          <p:nvPr/>
        </p:nvSpPr>
        <p:spPr>
          <a:xfrm>
            <a:off x="9703308" y="1731846"/>
            <a:ext cx="118872" cy="118872"/>
          </a:xfrm>
          <a:prstGeom prst="ellipse">
            <a:avLst/>
          </a:prstGeom>
          <a:solidFill>
            <a:srgbClr val="18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yeonggiTitle Medium" panose="02020603020101020101" pitchFamily="18" charset="-127"/>
              <a:ea typeface="GyeonggiTitle Medium" panose="02020603020101020101" pitchFamily="18" charset="-127"/>
            </a:endParaRPr>
          </a:p>
        </p:txBody>
      </p:sp>
      <p:sp>
        <p:nvSpPr>
          <p:cNvPr id="21" name="Oval 16">
            <a:extLst>
              <a:ext uri="{FF2B5EF4-FFF2-40B4-BE49-F238E27FC236}">
                <a16:creationId xmlns:a16="http://schemas.microsoft.com/office/drawing/2014/main" id="{6388C48E-1110-746C-CB37-58BF3C92FE11}"/>
              </a:ext>
            </a:extLst>
          </p:cNvPr>
          <p:cNvSpPr/>
          <p:nvPr/>
        </p:nvSpPr>
        <p:spPr>
          <a:xfrm>
            <a:off x="10732008" y="3912690"/>
            <a:ext cx="329184" cy="329184"/>
          </a:xfrm>
          <a:prstGeom prst="ellipse">
            <a:avLst/>
          </a:prstGeom>
          <a:solidFill>
            <a:srgbClr val="285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yeonggiTitle Medium" panose="02020603020101020101" pitchFamily="18" charset="-127"/>
              <a:ea typeface="GyeonggiTitle Medium" panose="0202060302010102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F8C254-3367-1A31-0E59-CAFEEA2D4990}"/>
              </a:ext>
            </a:extLst>
          </p:cNvPr>
          <p:cNvSpPr txBox="1"/>
          <p:nvPr/>
        </p:nvSpPr>
        <p:spPr>
          <a:xfrm>
            <a:off x="9861250" y="2340935"/>
            <a:ext cx="411480" cy="36576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30"/>
              </a:spcAft>
              <a:defRPr sz="2200" b="0">
                <a:solidFill>
                  <a:srgbClr val="182333"/>
                </a:solidFill>
                <a:latin typeface="Noto Sans CJK KR"/>
                <a:ea typeface="Noto Sans CJK KR"/>
              </a:defRPr>
            </a:pPr>
            <a:r>
              <a:rPr dirty="0" err="1">
                <a:latin typeface="GyeonggiTitle Medium" panose="02020603020101020101" pitchFamily="18" charset="-127"/>
                <a:ea typeface="GyeonggiTitle Medium" panose="02020603020101020101" pitchFamily="18" charset="-127"/>
              </a:rPr>
              <a:t>θ</a:t>
            </a:r>
            <a:endParaRPr dirty="0">
              <a:latin typeface="GyeonggiTitle Medium" panose="02020603020101020101" pitchFamily="18" charset="-127"/>
              <a:ea typeface="GyeonggiTitle Medium" panose="020206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445EBD-CB90-982E-D7C2-1EF1EF5D11B1}"/>
              </a:ext>
            </a:extLst>
          </p:cNvPr>
          <p:cNvSpPr txBox="1"/>
          <p:nvPr/>
        </p:nvSpPr>
        <p:spPr>
          <a:xfrm>
            <a:off x="10439400" y="2758052"/>
            <a:ext cx="914400" cy="36576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45"/>
              </a:spcAft>
              <a:defRPr sz="2300" b="0">
                <a:solidFill>
                  <a:srgbClr val="182333"/>
                </a:solidFill>
                <a:latin typeface="Noto Sans CJK KR"/>
                <a:ea typeface="Noto Sans CJK KR"/>
              </a:defRPr>
            </a:pPr>
            <a:r>
              <a:rPr dirty="0">
                <a:latin typeface="GyeonggiTitle Medium" panose="02020603020101020101" pitchFamily="18" charset="-127"/>
                <a:ea typeface="GyeonggiTitle Medium" panose="02020603020101020101" pitchFamily="18" charset="-127"/>
              </a:rPr>
              <a:t>ℓ(t)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370DE2-90B1-2814-76C8-9D31D8DF6CFA}"/>
              </a:ext>
            </a:extLst>
          </p:cNvPr>
          <p:cNvSpPr txBox="1"/>
          <p:nvPr/>
        </p:nvSpPr>
        <p:spPr>
          <a:xfrm>
            <a:off x="11134344" y="3876114"/>
            <a:ext cx="457200" cy="36576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30"/>
              </a:spcAft>
              <a:defRPr sz="2200" b="0">
                <a:solidFill>
                  <a:srgbClr val="182333"/>
                </a:solidFill>
                <a:latin typeface="Noto Sans CJK KR"/>
                <a:ea typeface="Noto Sans CJK KR"/>
              </a:defRPr>
            </a:pPr>
            <a:r>
              <a:rPr>
                <a:latin typeface="GyeonggiTitle Medium" panose="02020603020101020101" pitchFamily="18" charset="-127"/>
                <a:ea typeface="GyeonggiTitle Medium" panose="02020603020101020101" pitchFamily="18" charset="-127"/>
              </a:rPr>
              <a:t>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3CD551-3E72-A772-040B-23139D43B939}"/>
              </a:ext>
            </a:extLst>
          </p:cNvPr>
          <p:cNvSpPr txBox="1"/>
          <p:nvPr/>
        </p:nvSpPr>
        <p:spPr>
          <a:xfrm>
            <a:off x="5476987" y="1716641"/>
            <a:ext cx="40480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그네를 탈 때는 </a:t>
            </a:r>
            <a:r>
              <a:rPr lang="en-US" altLang="ko-KR" dirty="0"/>
              <a:t>l(t)</a:t>
            </a:r>
            <a:r>
              <a:rPr lang="ko-KR" altLang="en-US" dirty="0"/>
              <a:t>를 조절할 수 있음</a:t>
            </a:r>
            <a:endParaRPr lang="en-US" altLang="ko-KR" dirty="0"/>
          </a:p>
          <a:p>
            <a:r>
              <a:rPr lang="en-US" altLang="ko-KR" dirty="0"/>
              <a:t> -&gt; </a:t>
            </a:r>
            <a:r>
              <a:rPr lang="ko-KR" altLang="en-US" dirty="0"/>
              <a:t>순간적으로 보면 </a:t>
            </a:r>
            <a:r>
              <a:rPr lang="en-US" altLang="ko-KR" dirty="0"/>
              <a:t>l(t)</a:t>
            </a:r>
            <a:r>
              <a:rPr lang="ko-KR" altLang="en-US" dirty="0"/>
              <a:t>의 변화에 의해서 회전 운동에너지가 변함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27" name="그림 26" descr="PPT - Chapter 10 PowerPoint Presentation, free download - ID:6944768">
            <a:extLst>
              <a:ext uri="{FF2B5EF4-FFF2-40B4-BE49-F238E27FC236}">
                <a16:creationId xmlns:a16="http://schemas.microsoft.com/office/drawing/2014/main" id="{AFEFD786-6511-9E8C-473F-1988D07DE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095" y="1716641"/>
            <a:ext cx="5132737" cy="434513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4B0F0E5-A7DD-04FB-B9DB-A386F818124C}"/>
              </a:ext>
            </a:extLst>
          </p:cNvPr>
          <p:cNvSpPr txBox="1"/>
          <p:nvPr/>
        </p:nvSpPr>
        <p:spPr>
          <a:xfrm>
            <a:off x="5002342" y="3087554"/>
            <a:ext cx="3640740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dirty="0"/>
              <a:t>약간 </a:t>
            </a:r>
            <a:r>
              <a:rPr lang="ko-KR" altLang="en-US" sz="3500" dirty="0" err="1"/>
              <a:t>얘랑</a:t>
            </a:r>
            <a:r>
              <a:rPr lang="ko-KR" altLang="en-US" sz="3500" dirty="0"/>
              <a:t> 비슷함</a:t>
            </a:r>
          </a:p>
        </p:txBody>
      </p:sp>
      <p:sp>
        <p:nvSpPr>
          <p:cNvPr id="30" name="화살표: 위쪽 29">
            <a:extLst>
              <a:ext uri="{FF2B5EF4-FFF2-40B4-BE49-F238E27FC236}">
                <a16:creationId xmlns:a16="http://schemas.microsoft.com/office/drawing/2014/main" id="{BD88CE09-4D1F-46E6-6F2C-16CD105A20F1}"/>
              </a:ext>
            </a:extLst>
          </p:cNvPr>
          <p:cNvSpPr/>
          <p:nvPr/>
        </p:nvSpPr>
        <p:spPr>
          <a:xfrm rot="15879781">
            <a:off x="4637043" y="2262229"/>
            <a:ext cx="814038" cy="813520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위쪽 31">
            <a:extLst>
              <a:ext uri="{FF2B5EF4-FFF2-40B4-BE49-F238E27FC236}">
                <a16:creationId xmlns:a16="http://schemas.microsoft.com/office/drawing/2014/main" id="{E1FFFEB9-DE03-6711-BD3A-7EAAD8EAD4C7}"/>
              </a:ext>
            </a:extLst>
          </p:cNvPr>
          <p:cNvSpPr/>
          <p:nvPr/>
        </p:nvSpPr>
        <p:spPr>
          <a:xfrm rot="16913140">
            <a:off x="4776589" y="3892204"/>
            <a:ext cx="814038" cy="813520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58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27942-F2CF-DA33-E49C-A28CA1895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가변길이 진자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4275E-8998-4065-12E0-367359A59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dirty="0" err="1">
                <a:latin typeface="Malgun Gothic"/>
                <a:ea typeface="Malgun Gothic"/>
              </a:rPr>
              <a:t>근육의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en-US" altLang="ko-KR" dirty="0" err="1">
                <a:latin typeface="Malgun Gothic"/>
                <a:ea typeface="Malgun Gothic"/>
              </a:rPr>
              <a:t>화학에너지</a:t>
            </a:r>
            <a:r>
              <a:rPr lang="en-US" altLang="ko-KR" dirty="0">
                <a:latin typeface="Malgun Gothic"/>
                <a:ea typeface="Malgun Gothic"/>
              </a:rPr>
              <a:t> -&gt; </a:t>
            </a:r>
            <a:r>
              <a:rPr lang="en-US" altLang="ko-KR" dirty="0" err="1">
                <a:latin typeface="Malgun Gothic"/>
                <a:ea typeface="Malgun Gothic"/>
              </a:rPr>
              <a:t>사람의</a:t>
            </a:r>
            <a:r>
              <a:rPr lang="en-US" altLang="ko-KR" dirty="0">
                <a:latin typeface="Malgun Gothic"/>
                <a:ea typeface="Malgun Gothic"/>
              </a:rPr>
              <a:t> </a:t>
            </a:r>
            <a:r>
              <a:rPr lang="en-US" altLang="ko-KR" dirty="0" err="1">
                <a:latin typeface="Malgun Gothic"/>
                <a:ea typeface="Malgun Gothic"/>
              </a:rPr>
              <a:t>운동에너지</a:t>
            </a:r>
            <a:endParaRPr lang="en-US" altLang="ko-KR" dirty="0">
              <a:latin typeface="Malgun Gothic"/>
              <a:ea typeface="Malgun Gothic"/>
            </a:endParaRPr>
          </a:p>
          <a:p>
            <a:endParaRPr lang="en-US" altLang="ko-KR" dirty="0">
              <a:latin typeface="Malgun Gothic"/>
              <a:ea typeface="Malgun Gothic"/>
            </a:endParaRPr>
          </a:p>
          <a:p>
            <a:r>
              <a:rPr lang="en-US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θ=- </a:t>
            </a:r>
            <a:r>
              <a:rPr lang="en-US" altLang="ko-KR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θ</a:t>
            </a:r>
            <a:r>
              <a:rPr lang="en-US" altLang="ko-KR" sz="1400" b="1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0</a:t>
            </a:r>
            <a:r>
              <a:rPr lang="ko-KR" altLang="en-US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에서부터 </a:t>
            </a:r>
            <a:r>
              <a:rPr lang="en-US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θ </a:t>
            </a:r>
            <a:r>
              <a:rPr lang="ko-KR" altLang="en-US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최대</a:t>
            </a:r>
            <a:r>
              <a:rPr lang="en-US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ko-KR" altLang="en-US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지점을 </a:t>
            </a:r>
            <a:endParaRPr lang="en-US" dirty="0">
              <a:solidFill>
                <a:srgbClr val="202122"/>
              </a:solidFill>
              <a:highlight>
                <a:srgbClr val="FFFFFF"/>
              </a:highlight>
              <a:latin typeface="Malgun Gothic"/>
              <a:ea typeface="Malgun Gothic"/>
            </a:endParaRPr>
          </a:p>
          <a:p>
            <a:pPr marL="0" indent="0">
              <a:buNone/>
            </a:pPr>
            <a:r>
              <a:rPr lang="ko-KR" altLang="en-US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지나고 다시 </a:t>
            </a:r>
            <a:r>
              <a:rPr lang="en-US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θ</a:t>
            </a:r>
            <a:r>
              <a:rPr lang="en-US" altLang="ko-KR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ko-KR" altLang="en-US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최소가 될</a:t>
            </a:r>
            <a:r>
              <a:rPr lang="en-US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ko-KR" altLang="en-US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때</a:t>
            </a:r>
            <a:r>
              <a:rPr lang="en-US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endParaRPr lang="en-US" altLang="ko-KR" dirty="0">
              <a:solidFill>
                <a:srgbClr val="202122"/>
              </a:solidFill>
              <a:highlight>
                <a:srgbClr val="FFFFFF"/>
              </a:highlight>
              <a:latin typeface="Malgun Gothic"/>
              <a:ea typeface="Malgun Gothic"/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θ</a:t>
            </a:r>
            <a:r>
              <a:rPr lang="ko-KR" altLang="en-US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가</a:t>
            </a:r>
            <a:r>
              <a:rPr lang="en-US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ko-KR" altLang="en-US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최소가</a:t>
            </a:r>
            <a:r>
              <a:rPr lang="en-US" altLang="ko-KR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ko-KR" altLang="en-US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되는</a:t>
            </a:r>
            <a:r>
              <a:rPr lang="en-US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l(t) </a:t>
            </a:r>
            <a:r>
              <a:rPr lang="ko-KR" altLang="en-US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구하기</a:t>
            </a:r>
            <a:endParaRPr lang="en-US" dirty="0">
              <a:solidFill>
                <a:srgbClr val="202122"/>
              </a:solidFill>
              <a:highlight>
                <a:srgbClr val="FFFFFF"/>
              </a:highlight>
              <a:latin typeface="Malgun Gothic"/>
              <a:ea typeface="Malgun Gothic"/>
            </a:endParaRPr>
          </a:p>
          <a:p>
            <a:pPr marL="0" indent="0">
              <a:buNone/>
            </a:pPr>
            <a:endParaRPr lang="en-US" dirty="0">
              <a:solidFill>
                <a:srgbClr val="202122"/>
              </a:solidFill>
              <a:highlight>
                <a:srgbClr val="FFFFFF"/>
              </a:highlight>
              <a:latin typeface="Malgun Gothic"/>
              <a:ea typeface="Malgun Gothic"/>
            </a:endParaRPr>
          </a:p>
          <a:p>
            <a:pPr marL="0" indent="0">
              <a:buNone/>
            </a:pPr>
            <a:endParaRPr lang="en-US" dirty="0">
              <a:solidFill>
                <a:srgbClr val="202122"/>
              </a:solidFill>
              <a:highlight>
                <a:srgbClr val="FFFFFF"/>
              </a:highlight>
              <a:latin typeface="Malgun Gothic"/>
              <a:ea typeface="Malgun Gothic"/>
            </a:endParaRPr>
          </a:p>
          <a:p>
            <a:pPr marL="0" indent="0">
              <a:buNone/>
            </a:pPr>
            <a:endParaRPr lang="en-US" altLang="ko-KR" dirty="0">
              <a:latin typeface="Malgun Gothic"/>
              <a:ea typeface="Malgun 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E0A466-CA5F-516A-7E94-4CBE1419C129}"/>
              </a:ext>
            </a:extLst>
          </p:cNvPr>
          <p:cNvSpPr txBox="1"/>
          <p:nvPr/>
        </p:nvSpPr>
        <p:spPr>
          <a:xfrm>
            <a:off x="8068091" y="2376515"/>
            <a:ext cx="3064373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b="1" dirty="0">
                <a:ea typeface="맑은 고딕"/>
              </a:rPr>
              <a:t>운동 방정식 구하기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B3CF2DB-C835-14AC-63AB-984CD7240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587" y="2788747"/>
            <a:ext cx="4134234" cy="31006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Equation_variable" descr="\ddot\theta+2\frac{\dot\ell}{\ell}\dot\theta+\frac{g}{\ell}\sin\theta=0">
                <a:extLst>
                  <a:ext uri="{FF2B5EF4-FFF2-40B4-BE49-F238E27FC236}">
                    <a16:creationId xmlns:a16="http://schemas.microsoft.com/office/drawing/2014/main" id="{14787F61-E4AA-599C-C0C3-DDD4184682B6}"/>
                  </a:ext>
                </a:extLst>
              </p:cNvPr>
              <p:cNvSpPr txBox="1"/>
              <p:nvPr/>
            </p:nvSpPr>
            <p:spPr>
              <a:xfrm>
                <a:off x="838200" y="5382387"/>
                <a:ext cx="3766532" cy="79457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marL="0" indent="0" algn="ctr">
                  <a:defRPr sz="1998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̈"/>
                          <m:ctrlPr>
                            <a:rPr sz="250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250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sz="2500">
                          <a:latin typeface="Cambria Math" panose="02040503050406030204" pitchFamily="18" charset="0"/>
                        </a:rPr>
                        <m:t>+2</m:t>
                      </m:r>
                      <m:f>
                        <m:fPr>
                          <m:ctrlPr>
                            <a:rPr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sz="250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sz="250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acc>
                        </m:num>
                        <m:den>
                          <m:r>
                            <m:rPr>
                              <m:sty m:val="p"/>
                            </m:rPr>
                            <a:rPr sz="2500">
                              <a:latin typeface="Cambria Math" panose="02040503050406030204" pitchFamily="18" charset="0"/>
                            </a:rPr>
                            <m:t>ℓ</m:t>
                          </m:r>
                        </m:den>
                      </m:f>
                      <m:acc>
                        <m:accPr>
                          <m:chr m:val="̇"/>
                          <m:ctrlPr>
                            <a:rPr sz="250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250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sz="25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sz="25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50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sz="2500">
                              <a:latin typeface="Cambria Math" panose="02040503050406030204" pitchFamily="18" charset="0"/>
                            </a:rPr>
                            <m:t>ℓ</m:t>
                          </m:r>
                        </m:den>
                      </m:f>
                      <m:r>
                        <m:rPr>
                          <m:sty m:val="p"/>
                        </m:rPr>
                        <a:rPr sz="250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sz="250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250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500" dirty="0">
                  <a:latin typeface="GyeonggiTitle Medium" panose="02020603020101020101" pitchFamily="18" charset="-127"/>
                  <a:ea typeface="GyeonggiTitle Medium" panose="02020603020101020101" pitchFamily="18" charset="-127"/>
                </a:endParaRPr>
              </a:p>
            </p:txBody>
          </p:sp>
        </mc:Choice>
        <mc:Fallback>
          <p:sp>
            <p:nvSpPr>
              <p:cNvPr id="9" name="Equation_variable" descr="\ddot\theta+2\frac{\dot\ell}{\ell}\dot\theta+\frac{g}{\ell}\sin\theta=0">
                <a:extLst>
                  <a:ext uri="{FF2B5EF4-FFF2-40B4-BE49-F238E27FC236}">
                    <a16:creationId xmlns:a16="http://schemas.microsoft.com/office/drawing/2014/main" id="{14787F61-E4AA-599C-C0C3-DDD418468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382387"/>
                <a:ext cx="3766532" cy="7945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7987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EEA10-1C7B-CCDC-B28B-0E406DD20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ko-KR" altLang="en-US" dirty="0">
                <a:ea typeface="맑은 고딕"/>
              </a:rPr>
              <a:t>단순 모델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8C9C6-B0BC-FA99-A2CD-46799A155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5843"/>
            <a:ext cx="10515600" cy="22731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>
                <a:ea typeface="맑은 고딕"/>
              </a:rPr>
              <a:t>줄의 길이 l</a:t>
            </a:r>
            <a:r>
              <a:rPr lang="ko-KR" altLang="en-US" sz="1400" b="1" dirty="0">
                <a:ea typeface="맑은 고딕"/>
              </a:rPr>
              <a:t>0</a:t>
            </a:r>
            <a:r>
              <a:rPr lang="ko-KR" altLang="en-US" dirty="0">
                <a:ea typeface="맑은 고딕"/>
              </a:rPr>
              <a:t>, 각도 </a:t>
            </a:r>
            <a:r>
              <a:rPr lang="en-US" dirty="0">
                <a:solidFill>
                  <a:srgbClr val="202122"/>
                </a:solidFill>
                <a:highlight>
                  <a:srgbClr val="FFFFFF"/>
                </a:highlight>
                <a:ea typeface="+mn-lt"/>
                <a:cs typeface="+mn-lt"/>
              </a:rPr>
              <a:t>θ</a:t>
            </a:r>
            <a:r>
              <a:rPr lang="en-US" altLang="ko-KR" sz="1500" b="1" dirty="0">
                <a:solidFill>
                  <a:srgbClr val="000000"/>
                </a:solidFill>
                <a:ea typeface="+mn-lt"/>
                <a:cs typeface="+mn-lt"/>
              </a:rPr>
              <a:t>0</a:t>
            </a:r>
            <a:r>
              <a:rPr lang="ko-KR" altLang="en-US" dirty="0">
                <a:ea typeface="맑은 고딕"/>
              </a:rPr>
              <a:t>에서 가만히 놓은 질량 </a:t>
            </a:r>
            <a:r>
              <a:rPr lang="ko-KR" altLang="en-US" dirty="0" err="1">
                <a:ea typeface="맑은 고딕"/>
              </a:rPr>
              <a:t>m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짜리</a:t>
            </a:r>
            <a:r>
              <a:rPr lang="ko-KR" altLang="en-US" dirty="0">
                <a:ea typeface="맑은 고딕"/>
              </a:rPr>
              <a:t> 물체가</a:t>
            </a:r>
            <a:r>
              <a:rPr lang="ko-KR" alt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en-US" altLang="ko-KR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ko-KR" altLang="en-US" dirty="0">
                <a:solidFill>
                  <a:srgbClr val="000000"/>
                </a:solidFill>
                <a:ea typeface="+mn-lt"/>
                <a:cs typeface="+mn-lt"/>
              </a:rPr>
              <a:t>최저점에서 축과의 거리가 </a:t>
            </a:r>
            <a:r>
              <a:rPr lang="ko-KR" altLang="en-US" dirty="0" err="1">
                <a:solidFill>
                  <a:srgbClr val="000000"/>
                </a:solidFill>
                <a:ea typeface="+mn-lt"/>
                <a:cs typeface="+mn-lt"/>
              </a:rPr>
              <a:t>l로</a:t>
            </a:r>
            <a:r>
              <a:rPr lang="ko-KR" altLang="en-US" dirty="0">
                <a:solidFill>
                  <a:srgbClr val="000000"/>
                </a:solidFill>
                <a:ea typeface="+mn-lt"/>
                <a:cs typeface="+mn-lt"/>
              </a:rPr>
              <a:t> 줄고,</a:t>
            </a:r>
            <a:r>
              <a:rPr lang="ko-KR" altLang="en-US" dirty="0">
                <a:solidFill>
                  <a:srgbClr val="202122"/>
                </a:solidFill>
                <a:highlight>
                  <a:srgbClr val="FFFFFF"/>
                </a:highlight>
                <a:ea typeface="+mn-lt"/>
                <a:cs typeface="+mn-lt"/>
              </a:rPr>
              <a:t> 최고점에서 l</a:t>
            </a:r>
            <a:r>
              <a:rPr lang="ko-KR" altLang="en-US" sz="1400" b="1" dirty="0">
                <a:solidFill>
                  <a:srgbClr val="202122"/>
                </a:solidFill>
                <a:highlight>
                  <a:srgbClr val="FFFFFF"/>
                </a:highlight>
                <a:ea typeface="+mn-lt"/>
                <a:cs typeface="+mn-lt"/>
              </a:rPr>
              <a:t>0</a:t>
            </a:r>
            <a:r>
              <a:rPr lang="ko-KR" altLang="en-US" dirty="0">
                <a:solidFill>
                  <a:srgbClr val="202122"/>
                </a:solidFill>
                <a:highlight>
                  <a:srgbClr val="FFFFFF"/>
                </a:highlight>
                <a:ea typeface="+mn-lt"/>
                <a:cs typeface="+mn-lt"/>
              </a:rPr>
              <a:t>가 되는 운동을 반복할 때, </a:t>
            </a:r>
            <a:endParaRPr lang="en-US" altLang="ko-KR" dirty="0">
              <a:solidFill>
                <a:srgbClr val="000000"/>
              </a:solidFill>
              <a:latin typeface="맑은 고딕"/>
              <a:ea typeface="맑은 고딕"/>
              <a:cs typeface="+mn-lt"/>
            </a:endParaRPr>
          </a:p>
          <a:p>
            <a:pPr marL="0" indent="0">
              <a:buNone/>
            </a:pPr>
            <a:r>
              <a:rPr lang="ko-KR" altLang="en-US" dirty="0">
                <a:solidFill>
                  <a:srgbClr val="202122"/>
                </a:solidFill>
                <a:highlight>
                  <a:srgbClr val="FFFFFF"/>
                </a:highlight>
                <a:latin typeface="맑은 고딕"/>
                <a:ea typeface="맑은 고딕"/>
                <a:cs typeface="+mn-lt"/>
              </a:rPr>
              <a:t>줄의 각속도 </a:t>
            </a:r>
            <a:r>
              <a:rPr lang="ko-KR" altLang="en-US" dirty="0" err="1">
                <a:solidFill>
                  <a:srgbClr val="202122"/>
                </a:solidFill>
                <a:highlight>
                  <a:srgbClr val="FFFFFF"/>
                </a:highlight>
                <a:latin typeface="맑은 고딕"/>
                <a:ea typeface="맑은 고딕"/>
                <a:cs typeface="+mn-lt"/>
              </a:rPr>
              <a:t>d</a:t>
            </a:r>
            <a:r>
              <a:rPr lang="en-US" altLang="ko-KR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  <a:cs typeface="+mn-lt"/>
              </a:rPr>
              <a:t>θ/dt, </a:t>
            </a:r>
            <a:r>
              <a:rPr lang="en-US" altLang="ko-KR" dirty="0" err="1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  <a:cs typeface="+mn-lt"/>
              </a:rPr>
              <a:t>역학적</a:t>
            </a:r>
            <a:r>
              <a:rPr lang="en-US" altLang="ko-KR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dirty="0" err="1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  <a:cs typeface="+mn-lt"/>
              </a:rPr>
              <a:t>에너지</a:t>
            </a:r>
            <a:r>
              <a:rPr lang="en-US" altLang="ko-KR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dirty="0" err="1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  <a:cs typeface="+mn-lt"/>
              </a:rPr>
              <a:t>E를</a:t>
            </a:r>
            <a:r>
              <a:rPr lang="en-US" altLang="ko-KR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  <a:cs typeface="+mn-lt"/>
              </a:rPr>
              <a:t> </a:t>
            </a:r>
            <a:r>
              <a:rPr lang="en-US" altLang="ko-KR" dirty="0" err="1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  <a:cs typeface="+mn-lt"/>
              </a:rPr>
              <a:t>구해보면</a:t>
            </a:r>
            <a:r>
              <a:rPr lang="en-US" altLang="ko-KR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  <a:cs typeface="+mn-lt"/>
              </a:rPr>
              <a:t>? (</a:t>
            </a:r>
            <a:r>
              <a:rPr lang="en-US" altLang="ko-KR" dirty="0" err="1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  <a:cs typeface="+mn-lt"/>
              </a:rPr>
              <a:t>물체는</a:t>
            </a:r>
            <a:r>
              <a:rPr lang="en-US" altLang="ko-KR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dirty="0" err="1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  <a:cs typeface="+mn-lt"/>
              </a:rPr>
              <a:t>줄과</a:t>
            </a:r>
            <a:r>
              <a:rPr lang="en-US" altLang="ko-KR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dirty="0" err="1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  <a:cs typeface="+mn-lt"/>
              </a:rPr>
              <a:t>연결되어</a:t>
            </a:r>
            <a:r>
              <a:rPr lang="en-US" altLang="ko-KR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dirty="0" err="1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  <a:cs typeface="+mn-lt"/>
              </a:rPr>
              <a:t>있음</a:t>
            </a:r>
            <a:r>
              <a:rPr lang="en-US" altLang="ko-KR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  <a:cs typeface="+mn-lt"/>
              </a:rPr>
              <a:t>)</a:t>
            </a:r>
            <a:endParaRPr lang="en-US" dirty="0">
              <a:ea typeface="맑은 고딕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9D6796E-38CB-9643-F084-2C3BC5D5E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316" y="3563888"/>
            <a:ext cx="5535484" cy="296939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940E9D6A-70B6-EE16-2A17-257A6AC24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26" y="4007404"/>
            <a:ext cx="4938653" cy="263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953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072EB-A6EE-2E90-9E33-A4FD6A494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>
                <a:latin typeface="GyeonggiTitle Medium" panose="02020603020101020101" pitchFamily="18" charset="-127"/>
                <a:ea typeface="GyeonggiTitle Medium" panose="02020603020101020101" pitchFamily="18" charset="-127"/>
              </a:rPr>
              <a:t>엄밀한 계산 과정 </a:t>
            </a:r>
            <a:r>
              <a:rPr kumimoji="1" lang="en-US" altLang="ko-KR" dirty="0">
                <a:latin typeface="GyeonggiTitle Medium" panose="02020603020101020101" pitchFamily="18" charset="-127"/>
                <a:ea typeface="GyeonggiTitle Medium" panose="02020603020101020101" pitchFamily="18" charset="-127"/>
              </a:rPr>
              <a:t>(</a:t>
            </a:r>
            <a:r>
              <a:rPr kumimoji="1" lang="ko-KR" altLang="en-US" dirty="0">
                <a:latin typeface="GyeonggiTitle Medium" panose="02020603020101020101" pitchFamily="18" charset="-127"/>
                <a:ea typeface="GyeonggiTitle Medium" panose="02020603020101020101" pitchFamily="18" charset="-127"/>
              </a:rPr>
              <a:t>넘어가겠음</a:t>
            </a:r>
            <a:r>
              <a:rPr kumimoji="1" lang="en-US" altLang="ko-KR" dirty="0">
                <a:latin typeface="GyeonggiTitle Medium" panose="02020603020101020101" pitchFamily="18" charset="-127"/>
                <a:ea typeface="GyeonggiTitle Medium" panose="02020603020101020101" pitchFamily="18" charset="-127"/>
              </a:rPr>
              <a:t>)</a:t>
            </a:r>
            <a:endParaRPr kumimoji="1" lang="ko-KR" altLang="en-US" dirty="0">
              <a:latin typeface="GyeonggiTitle Medium" panose="02020603020101020101" pitchFamily="18" charset="-127"/>
              <a:ea typeface="GyeonggiTitle Medium" panose="02020603020101020101" pitchFamily="18" charset="-127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98C5AC-CC37-CA6E-6A48-8F9A440109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1158" y="1923026"/>
            <a:ext cx="4010025" cy="21145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Equation_integralbalance" descr="\int_{-A}^{0}\ell^3(-\sin\theta)\,d\theta=\int_0^B\ell^3\sin\theta\,d\theta">
                <a:extLst>
                  <a:ext uri="{FF2B5EF4-FFF2-40B4-BE49-F238E27FC236}">
                    <a16:creationId xmlns:a16="http://schemas.microsoft.com/office/drawing/2014/main" id="{F774473B-184F-17C6-7D8A-98BD86C68A6F}"/>
                  </a:ext>
                </a:extLst>
              </p:cNvPr>
              <p:cNvSpPr txBox="1"/>
              <p:nvPr/>
            </p:nvSpPr>
            <p:spPr>
              <a:xfrm>
                <a:off x="7142962" y="2129713"/>
                <a:ext cx="4032835" cy="74411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marL="0" indent="0" algn="ctr">
                  <a:defRPr sz="215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limLoc m:val="subSup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nary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150" dirty="0">
                  <a:latin typeface="GyeonggiTitle Medium" panose="02020603020101020101" pitchFamily="18" charset="-127"/>
                  <a:ea typeface="GyeonggiTitle Medium" panose="02020603020101020101" pitchFamily="18" charset="-127"/>
                </a:endParaRPr>
              </a:p>
            </p:txBody>
          </p:sp>
        </mc:Choice>
        <mc:Fallback>
          <p:sp>
            <p:nvSpPr>
              <p:cNvPr id="5" name="Equation_integralbalance" descr="\int_{-A}^{0}\ell^3(-\sin\theta)\,d\theta=\int_0^B\ell^3\sin\theta\,d\theta">
                <a:extLst>
                  <a:ext uri="{FF2B5EF4-FFF2-40B4-BE49-F238E27FC236}">
                    <a16:creationId xmlns:a16="http://schemas.microsoft.com/office/drawing/2014/main" id="{F774473B-184F-17C6-7D8A-98BD86C68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962" y="2129713"/>
                <a:ext cx="4032835" cy="744114"/>
              </a:xfrm>
              <a:prstGeom prst="rect">
                <a:avLst/>
              </a:prstGeom>
              <a:blipFill>
                <a:blip r:embed="rId3"/>
                <a:stretch>
                  <a:fillRect b="-8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_fallbound" descr="\int_{-A}^{0}\ell^3(-\sin\theta)\,d\theta\leq\ell_0^3(1-\cos A)">
                <a:extLst>
                  <a:ext uri="{FF2B5EF4-FFF2-40B4-BE49-F238E27FC236}">
                    <a16:creationId xmlns:a16="http://schemas.microsoft.com/office/drawing/2014/main" id="{076B363E-A0CD-2710-B97C-39A4F6D888F7}"/>
                  </a:ext>
                </a:extLst>
              </p:cNvPr>
              <p:cNvSpPr txBox="1"/>
              <p:nvPr/>
            </p:nvSpPr>
            <p:spPr>
              <a:xfrm>
                <a:off x="7143026" y="3150774"/>
                <a:ext cx="4032771" cy="74565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marL="0" indent="0" algn="ctr">
                  <a:defRPr sz="2161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limLoc m:val="subSup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nary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2161" dirty="0">
                  <a:latin typeface="GyeonggiTitle Medium" panose="02020603020101020101" pitchFamily="18" charset="-127"/>
                  <a:ea typeface="GyeonggiTitle Medium" panose="02020603020101020101" pitchFamily="18" charset="-127"/>
                </a:endParaRPr>
              </a:p>
            </p:txBody>
          </p:sp>
        </mc:Choice>
        <mc:Fallback>
          <p:sp>
            <p:nvSpPr>
              <p:cNvPr id="7" name="Equation_fallbound" descr="\int_{-A}^{0}\ell^3(-\sin\theta)\,d\theta\leq\ell_0^3(1-\cos A)">
                <a:extLst>
                  <a:ext uri="{FF2B5EF4-FFF2-40B4-BE49-F238E27FC236}">
                    <a16:creationId xmlns:a16="http://schemas.microsoft.com/office/drawing/2014/main" id="{076B363E-A0CD-2710-B97C-39A4F6D88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026" y="3150774"/>
                <a:ext cx="4032771" cy="745653"/>
              </a:xfrm>
              <a:prstGeom prst="rect">
                <a:avLst/>
              </a:prstGeom>
              <a:blipFill>
                <a:blip r:embed="rId4"/>
                <a:stretch>
                  <a:fillRect b="-8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Equation_risebound" descr="\int_{0}^{B}\ell^3\sin\theta\,d\theta\geq\ell_1^3(1-\cos B)">
                <a:extLst>
                  <a:ext uri="{FF2B5EF4-FFF2-40B4-BE49-F238E27FC236}">
                    <a16:creationId xmlns:a16="http://schemas.microsoft.com/office/drawing/2014/main" id="{34ACD449-C346-D3F4-3325-0886D8E4EFA8}"/>
                  </a:ext>
                </a:extLst>
              </p:cNvPr>
              <p:cNvSpPr txBox="1"/>
              <p:nvPr/>
            </p:nvSpPr>
            <p:spPr>
              <a:xfrm>
                <a:off x="7142962" y="4173374"/>
                <a:ext cx="3613297" cy="75687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marL="0" indent="0" algn="ctr">
                  <a:defRPr sz="2187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limLoc m:val="subSup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>
                          <a:latin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2187" dirty="0">
                  <a:latin typeface="GyeonggiTitle Medium" panose="02020603020101020101" pitchFamily="18" charset="-127"/>
                  <a:ea typeface="GyeonggiTitle Medium" panose="02020603020101020101" pitchFamily="18" charset="-127"/>
                </a:endParaRPr>
              </a:p>
            </p:txBody>
          </p:sp>
        </mc:Choice>
        <mc:Fallback>
          <p:sp>
            <p:nvSpPr>
              <p:cNvPr id="9" name="Equation_risebound" descr="\int_{0}^{B}\ell^3\sin\theta\,d\theta\geq\ell_1^3(1-\cos B)">
                <a:extLst>
                  <a:ext uri="{FF2B5EF4-FFF2-40B4-BE49-F238E27FC236}">
                    <a16:creationId xmlns:a16="http://schemas.microsoft.com/office/drawing/2014/main" id="{34ACD449-C346-D3F4-3325-0886D8E4E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962" y="4173374"/>
                <a:ext cx="3613297" cy="7568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uation_optimalbound" descr="1-\cos B\leq\left(\frac{\ell_0}{\ell_1}\right)^3(1-\cos A)">
                <a:extLst>
                  <a:ext uri="{FF2B5EF4-FFF2-40B4-BE49-F238E27FC236}">
                    <a16:creationId xmlns:a16="http://schemas.microsoft.com/office/drawing/2014/main" id="{03168AEA-3A28-D955-AF71-8CF279290963}"/>
                  </a:ext>
                </a:extLst>
              </p:cNvPr>
              <p:cNvSpPr txBox="1"/>
              <p:nvPr/>
            </p:nvSpPr>
            <p:spPr>
              <a:xfrm>
                <a:off x="7142962" y="5207195"/>
                <a:ext cx="3007042" cy="64472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marL="0" indent="0" algn="ctr">
                  <a:defRPr sz="1857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1857" dirty="0">
                  <a:latin typeface="GyeonggiTitle Medium" panose="02020603020101020101" pitchFamily="18" charset="-127"/>
                  <a:ea typeface="GyeonggiTitle Medium" panose="02020603020101020101" pitchFamily="18" charset="-127"/>
                </a:endParaRPr>
              </a:p>
            </p:txBody>
          </p:sp>
        </mc:Choice>
        <mc:Fallback>
          <p:sp>
            <p:nvSpPr>
              <p:cNvPr id="11" name="Equation_optimalbound" descr="1-\cos B\leq\left(\frac{\ell_0}{\ell_1}\right)^3(1-\cos A)">
                <a:extLst>
                  <a:ext uri="{FF2B5EF4-FFF2-40B4-BE49-F238E27FC236}">
                    <a16:creationId xmlns:a16="http://schemas.microsoft.com/office/drawing/2014/main" id="{03168AEA-3A28-D955-AF71-8CF279290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962" y="5207195"/>
                <a:ext cx="3007042" cy="644728"/>
              </a:xfrm>
              <a:prstGeom prst="rect">
                <a:avLst/>
              </a:prstGeom>
              <a:blipFill>
                <a:blip r:embed="rId6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8203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D3952-85BF-B8C8-D49C-90CEA88A0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실제상황에서는？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F1B98-FED6-0B66-E4A1-6E36BD2C7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ko-KR" altLang="en-US" dirty="0">
                <a:ea typeface="맑은 고딕"/>
              </a:rPr>
              <a:t>길이변화에 최대 속도 제한이 있음</a:t>
            </a:r>
            <a:endParaRPr lang="en-US" dirty="0">
              <a:ea typeface="맑은 고딕"/>
            </a:endParaRPr>
          </a:p>
          <a:p>
            <a:pPr marL="457200" lvl="1" indent="0">
              <a:buNone/>
            </a:pPr>
            <a:r>
              <a:rPr lang="ko-KR" altLang="en-US" dirty="0">
                <a:ea typeface="맑은 고딕"/>
              </a:rPr>
              <a:t>－조금 더 일찍 </a:t>
            </a:r>
            <a:r>
              <a:rPr lang="en-US" altLang="ko-KR" dirty="0">
                <a:ea typeface="맑은 고딕"/>
              </a:rPr>
              <a:t>l(t)</a:t>
            </a:r>
            <a:r>
              <a:rPr lang="ko-KR" altLang="en-US" dirty="0">
                <a:ea typeface="맑은 고딕"/>
              </a:rPr>
              <a:t>를 줄이고</a:t>
            </a:r>
            <a:r>
              <a:rPr lang="en-US" altLang="ko-KR" dirty="0">
                <a:ea typeface="맑은 고딕"/>
              </a:rPr>
              <a:t>, </a:t>
            </a:r>
            <a:r>
              <a:rPr lang="ko-KR" altLang="en-US" dirty="0">
                <a:ea typeface="맑은 고딕"/>
              </a:rPr>
              <a:t>늘려야 됨</a:t>
            </a:r>
            <a:endParaRPr lang="en-US" altLang="ko-KR" dirty="0">
              <a:ea typeface="맑은 고딕"/>
            </a:endParaRPr>
          </a:p>
          <a:p>
            <a:pPr marL="457200" lvl="1" indent="0">
              <a:buNone/>
            </a:pPr>
            <a:endParaRPr lang="en-US" dirty="0">
              <a:ea typeface="맑은 고딕"/>
            </a:endParaRPr>
          </a:p>
          <a:p>
            <a:pPr marL="514350" indent="-514350">
              <a:buAutoNum type="arabicPeriod"/>
            </a:pPr>
            <a:r>
              <a:rPr lang="ko-KR" altLang="en-US" dirty="0">
                <a:ea typeface="맑은 고딕"/>
              </a:rPr>
              <a:t>사람 내부의 회전 운동에너지가 있음</a:t>
            </a:r>
            <a:endParaRPr lang="en-US" altLang="ko-KR" dirty="0">
              <a:solidFill>
                <a:srgbClr val="202122"/>
              </a:solidFill>
              <a:highlight>
                <a:srgbClr val="FFFFFF"/>
              </a:highlight>
              <a:latin typeface="Cambria Math" panose="02040503050406030204" pitchFamily="18" charset="0"/>
            </a:endParaRPr>
          </a:p>
          <a:p>
            <a:pPr marL="514350" indent="-514350">
              <a:buAutoNum type="arabicPeriod"/>
            </a:pPr>
            <a:endParaRPr lang="en-US" dirty="0">
              <a:solidFill>
                <a:srgbClr val="202122"/>
              </a:solidFill>
              <a:highlight>
                <a:srgbClr val="FFFFFF"/>
              </a:highlight>
              <a:latin typeface="Malgun Gothic"/>
              <a:ea typeface="Malgun Gothic"/>
            </a:endParaRPr>
          </a:p>
          <a:p>
            <a:pPr marL="514350" indent="-514350">
              <a:buAutoNum type="arabicPeriod"/>
            </a:pPr>
            <a:endParaRPr lang="en-US" dirty="0">
              <a:solidFill>
                <a:srgbClr val="202122"/>
              </a:solidFill>
              <a:highlight>
                <a:srgbClr val="FFFFFF"/>
              </a:highlight>
              <a:latin typeface="Malgun Gothic"/>
              <a:ea typeface="Malgun Gothic"/>
            </a:endParaRPr>
          </a:p>
          <a:p>
            <a:pPr marL="514350" indent="-514350">
              <a:buAutoNum type="arabicPeriod"/>
            </a:pPr>
            <a:r>
              <a:rPr lang="ko-KR" altLang="en-US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사람은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/>
                <a:cs typeface="+mn-cs"/>
              </a:rPr>
              <a:t> </a:t>
            </a:r>
            <a:r>
              <a:rPr lang="ko-KR" altLang="en-US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여러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/>
                <a:cs typeface="+mn-cs"/>
              </a:rPr>
              <a:t> </a:t>
            </a:r>
            <a:r>
              <a:rPr lang="ko-KR" altLang="en-US" dirty="0">
                <a:solidFill>
                  <a:srgbClr val="202122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개의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/>
                <a:cs typeface="+mn-cs"/>
              </a:rPr>
              <a:t> 질점으로 이루어져 있음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3999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3AED7-76D4-4B08-1ADC-C7F8B012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회전에</a:t>
            </a:r>
            <a:r>
              <a:rPr lang="en-US" altLang="ko-KR" dirty="0"/>
              <a:t> </a:t>
            </a:r>
            <a:r>
              <a:rPr lang="ko-KR" altLang="en-US" dirty="0"/>
              <a:t>의한 토크 고려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D4B6982-3480-C7D9-E814-C28B8F2051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ko-KR" altLang="en-US" dirty="0"/>
                  <a:t>내부 토크에 의한 항 추가</a:t>
                </a:r>
                <a:endParaRPr lang="en-US" altLang="ko-KR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altLang="ko-KR" i="0" dirty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ko-KR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i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dirty="0"/>
                  <a:t>  -&gt;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altLang="ko-KR" dirty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ko-KR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ko-KR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dirty="0"/>
                  <a:t>  #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dirty="0">
                                <a:latin typeface="Cambria Math" panose="02040503050406030204" pitchFamily="18" charset="0"/>
                              </a:rPr>
                              <m:t>eff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𝐼</m:t>
                        </m:r>
                      </m:den>
                    </m:f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0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  <m:sSup>
                          <m:sSup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ko-KR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i="0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  <m:sSubSup>
                          <m:sSubSup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ko-KR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ko-KR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ko-KR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𝐼𝑓</m:t>
                    </m:r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acc>
                      <m:accPr>
                        <m:chr m:val="̇"/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∴</m:t>
                    </m:r>
                    <m:acc>
                      <m:accPr>
                        <m:chr m:val="̇"/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altLang="ko-KR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𝐼𝑓</m:t>
                    </m:r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acc>
                      <m:accPr>
                        <m:chr m:val="̇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r>
                  <a:rPr lang="ko-KR" altLang="en-US" sz="2000" dirty="0"/>
                  <a:t>앞으로 갈 때</a:t>
                </a:r>
                <a:r>
                  <a:rPr lang="en-US" altLang="ko-KR" sz="2000" dirty="0"/>
                  <a:t>: </a:t>
                </a:r>
                <a:r>
                  <a:rPr lang="ko-KR" altLang="en-US" sz="2000" dirty="0"/>
                  <a:t>시계 반대 방향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뒤로 갈 때</a:t>
                </a:r>
                <a:r>
                  <a:rPr lang="en-US" altLang="ko-KR" sz="2000" dirty="0"/>
                  <a:t>: </a:t>
                </a:r>
                <a:r>
                  <a:rPr lang="ko-KR" altLang="en-US" sz="2000" dirty="0"/>
                  <a:t>시계 방향으로 회전</a:t>
                </a:r>
                <a:endParaRPr lang="en-US" altLang="ko-KR" sz="20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D4B6982-3480-C7D9-E814-C28B8F2051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b="-1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76038548-3257-7B98-6BDA-83A27BCF6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826" y="1297995"/>
            <a:ext cx="4205974" cy="3761904"/>
          </a:xfrm>
          <a:prstGeom prst="rect">
            <a:avLst/>
          </a:prstGeom>
        </p:spPr>
      </p:pic>
      <p:sp>
        <p:nvSpPr>
          <p:cNvPr id="6" name="원호 5">
            <a:extLst>
              <a:ext uri="{FF2B5EF4-FFF2-40B4-BE49-F238E27FC236}">
                <a16:creationId xmlns:a16="http://schemas.microsoft.com/office/drawing/2014/main" id="{DF337588-73B6-9AF8-973A-E191E8BF29E1}"/>
              </a:ext>
            </a:extLst>
          </p:cNvPr>
          <p:cNvSpPr/>
          <p:nvPr/>
        </p:nvSpPr>
        <p:spPr>
          <a:xfrm>
            <a:off x="8687086" y="3425515"/>
            <a:ext cx="840757" cy="846894"/>
          </a:xfrm>
          <a:prstGeom prst="arc">
            <a:avLst>
              <a:gd name="adj1" fmla="val 13054119"/>
              <a:gd name="adj2" fmla="val 0"/>
            </a:avLst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98924F-2F73-F873-E6D2-9C1CAFBDD65B}"/>
                  </a:ext>
                </a:extLst>
              </p:cNvPr>
              <p:cNvSpPr txBox="1"/>
              <p:nvPr/>
            </p:nvSpPr>
            <p:spPr>
              <a:xfrm>
                <a:off x="9207195" y="3063097"/>
                <a:ext cx="864852" cy="5135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25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5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US" altLang="ko-KR" sz="25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𝒆𝒇𝒇</m:t>
                          </m:r>
                        </m:sub>
                      </m:sSub>
                    </m:oMath>
                  </m:oMathPara>
                </a14:m>
                <a:endParaRPr lang="ko-KR" altLang="en-US" sz="25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98924F-2F73-F873-E6D2-9C1CAFBDD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7195" y="3063097"/>
                <a:ext cx="864852" cy="513539"/>
              </a:xfrm>
              <a:prstGeom prst="rect">
                <a:avLst/>
              </a:prstGeom>
              <a:blipFill>
                <a:blip r:embed="rId4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원호 8">
            <a:extLst>
              <a:ext uri="{FF2B5EF4-FFF2-40B4-BE49-F238E27FC236}">
                <a16:creationId xmlns:a16="http://schemas.microsoft.com/office/drawing/2014/main" id="{E4E96A85-D8CC-93DC-EA8E-61C51D66B23A}"/>
              </a:ext>
            </a:extLst>
          </p:cNvPr>
          <p:cNvSpPr/>
          <p:nvPr/>
        </p:nvSpPr>
        <p:spPr>
          <a:xfrm rot="6610026">
            <a:off x="7949634" y="1489735"/>
            <a:ext cx="840757" cy="846894"/>
          </a:xfrm>
          <a:prstGeom prst="arc">
            <a:avLst>
              <a:gd name="adj1" fmla="val 16788322"/>
              <a:gd name="adj2" fmla="val 0"/>
            </a:avLst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016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B568B-66D3-ED50-13AD-1761BBD1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강화학습 기반 시뮬레이션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34197-53DC-1638-A9BB-D2102C037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522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BB916-7F80-D9FB-03D9-90718968C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하지만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4107DF-46B3-44C4-EEA3-63F7E0405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이상적인 동작을 가정한 경우</a:t>
            </a:r>
            <a:r>
              <a:rPr lang="en-US" altLang="ko-KR" dirty="0"/>
              <a:t>: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이것</a:t>
            </a:r>
            <a:r>
              <a:rPr lang="ko-KR" altLang="en-US" dirty="0">
                <a:ea typeface="맑은 고딕"/>
              </a:rPr>
              <a:t>만</a:t>
            </a:r>
            <a:r>
              <a:rPr lang="ko-KR" altLang="en-US" dirty="0"/>
              <a:t>으로</a:t>
            </a:r>
            <a:r>
              <a:rPr lang="ko-KR" altLang="en-US" dirty="0">
                <a:ea typeface="맑은 고딕"/>
              </a:rPr>
              <a:t> 그네를 한 바퀴돌기 위해서는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1501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FB2D3-09E6-5CE3-DA53-6700CD3A6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다른 방법들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02378-AF48-9F2C-CF22-99D82F97B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ko-KR" altLang="en-US" dirty="0">
                <a:ea typeface="맑은 고딕"/>
              </a:rPr>
              <a:t>발의 마찰 이용</a:t>
            </a:r>
          </a:p>
          <a:p>
            <a:pPr marL="514350" indent="-514350">
              <a:buAutoNum type="arabicPeriod"/>
            </a:pPr>
            <a:endParaRPr lang="ko-KR" altLang="en-US" dirty="0">
              <a:ea typeface="맑은 고딕"/>
            </a:endParaRPr>
          </a:p>
          <a:p>
            <a:pPr marL="514350" indent="-514350">
              <a:buAutoNum type="arabicPeriod"/>
            </a:pPr>
            <a:endParaRPr lang="ko-KR" altLang="en-US" dirty="0">
              <a:ea typeface="맑은 고딕"/>
            </a:endParaRPr>
          </a:p>
          <a:p>
            <a:pPr marL="514350" indent="-514350">
              <a:buAutoNum type="arabicPeriod"/>
            </a:pPr>
            <a:endParaRPr lang="ko-KR" altLang="en-US" dirty="0">
              <a:ea typeface="맑은 고딕"/>
            </a:endParaRPr>
          </a:p>
          <a:p>
            <a:pPr marL="514350" indent="-514350">
              <a:buAutoNum type="arabicPeriod"/>
            </a:pPr>
            <a:r>
              <a:rPr lang="ko-KR" altLang="en-US" dirty="0">
                <a:ea typeface="맑은 고딕"/>
              </a:rPr>
              <a:t>공기저항 최소화</a:t>
            </a:r>
          </a:p>
        </p:txBody>
      </p:sp>
    </p:spTree>
    <p:extLst>
      <p:ext uri="{BB962C8B-B14F-4D97-AF65-F5344CB8AC3E}">
        <p14:creationId xmlns:p14="http://schemas.microsoft.com/office/powerpoint/2010/main" val="3162252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4500-F2BB-8D2D-DDA3-C1B522793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실제 동작과 비교 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33769-BCBE-1E02-A8E6-74F005A97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83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91CC3-B256-7BFF-2B8C-4620B9657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출처</a:t>
            </a:r>
            <a:endParaRPr lang="en-US">
              <a:ea typeface="맑은 고딕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6429C-D77A-E1D0-3D32-D19844AFA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646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</Words>
  <Application>Microsoft Office PowerPoint</Application>
  <PresentationFormat>와이드스크린</PresentationFormat>
  <Paragraphs>82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GyeonggiTitle Medium</vt:lpstr>
      <vt:lpstr>HY헤드라인M</vt:lpstr>
      <vt:lpstr>Malgun Gothic</vt:lpstr>
      <vt:lpstr>Malgun Gothic</vt:lpstr>
      <vt:lpstr>ADLaM Display</vt:lpstr>
      <vt:lpstr>Arial</vt:lpstr>
      <vt:lpstr>Cambria Math</vt:lpstr>
      <vt:lpstr>Office 테마</vt:lpstr>
      <vt:lpstr>그네를 신나게 타는 방법  - 펌핑 타이밍에 대한 역학적 에너지 증가 분석</vt:lpstr>
      <vt:lpstr>우리가 평소에 그네를 타는 원리가 뭘까?</vt:lpstr>
      <vt:lpstr>진자 운동과의 차이</vt:lpstr>
      <vt:lpstr>가변길이 진자</vt:lpstr>
      <vt:lpstr>단순 모델</vt:lpstr>
      <vt:lpstr>엄밀한 계산 과정 (넘어가겠음)</vt:lpstr>
      <vt:lpstr>실제상황에서는？</vt:lpstr>
      <vt:lpstr>2. 회전에 의한 토크 고려</vt:lpstr>
      <vt:lpstr>강화학습 기반 시뮬레이션</vt:lpstr>
      <vt:lpstr>하지만</vt:lpstr>
      <vt:lpstr>다른 방법들</vt:lpstr>
      <vt:lpstr>실제 동작과 비교 </vt:lpstr>
      <vt:lpstr>출처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김채민</dc:creator>
  <cp:lastModifiedBy>나준우</cp:lastModifiedBy>
  <cp:revision>385</cp:revision>
  <dcterms:created xsi:type="dcterms:W3CDTF">2026-09-17T14:12:47Z</dcterms:created>
  <dcterms:modified xsi:type="dcterms:W3CDTF">2026-10-10T08:31:00Z</dcterms:modified>
</cp:coreProperties>
</file>